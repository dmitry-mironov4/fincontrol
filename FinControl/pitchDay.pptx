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2"/>
    <p:sldId id="271" r:id="rId3"/>
    <p:sldId id="272" r:id="rId4"/>
    <p:sldId id="286" r:id="rId5"/>
    <p:sldId id="287" r:id="rId6"/>
    <p:sldId id="288" r:id="rId7"/>
    <p:sldId id="289" r:id="rId8"/>
    <p:sldId id="290" r:id="rId9"/>
    <p:sldId id="291" r:id="rId10"/>
    <p:sldId id="285" r:id="rId11"/>
  </p:sldIdLst>
  <p:sldSz cx="12192000" cy="6858000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Lexend" panose="020B0604020202020204" charset="0"/>
      <p:regular r:id="rId13"/>
      <p:bold r:id="rId14"/>
    </p:embeddedFont>
    <p:embeddedFont>
      <p:font typeface="Montserrat Medium" panose="00000600000000000000" pitchFamily="2" charset="-52"/>
      <p:regular r:id="rId15"/>
      <p:italic r:id="rId16"/>
    </p:embeddedFont>
    <p:embeddedFont>
      <p:font typeface="Montserrat SemiBold" panose="00000700000000000000" pitchFamily="2" charset="-52"/>
      <p:bold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G" initials="D" lastIdx="1" clrIdx="0">
    <p:extLst>
      <p:ext uri="{19B8F6BF-5375-455C-9EA6-DF929625EA0E}">
        <p15:presenceInfo xmlns:p15="http://schemas.microsoft.com/office/powerpoint/2012/main" userId="D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15" autoAdjust="0"/>
    <p:restoredTop sz="94660"/>
  </p:normalViewPr>
  <p:slideViewPr>
    <p:cSldViewPr snapToGrid="0">
      <p:cViewPr>
        <p:scale>
          <a:sx n="75" d="100"/>
          <a:sy n="75" d="100"/>
        </p:scale>
        <p:origin x="1014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5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9D9B7F4-ED0E-27E6-5353-CE4B273531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2099" y="311150"/>
            <a:ext cx="11607800" cy="6235700"/>
          </a:xfrm>
          <a:custGeom>
            <a:avLst/>
            <a:gdLst>
              <a:gd name="connsiteX0" fmla="*/ 163001 w 11607800"/>
              <a:gd name="connsiteY0" fmla="*/ 0 h 6235700"/>
              <a:gd name="connsiteX1" fmla="*/ 11444799 w 11607800"/>
              <a:gd name="connsiteY1" fmla="*/ 0 h 6235700"/>
              <a:gd name="connsiteX2" fmla="*/ 11607800 w 11607800"/>
              <a:gd name="connsiteY2" fmla="*/ 163001 h 6235700"/>
              <a:gd name="connsiteX3" fmla="*/ 11607800 w 11607800"/>
              <a:gd name="connsiteY3" fmla="*/ 6072699 h 6235700"/>
              <a:gd name="connsiteX4" fmla="*/ 11444799 w 11607800"/>
              <a:gd name="connsiteY4" fmla="*/ 6235700 h 6235700"/>
              <a:gd name="connsiteX5" fmla="*/ 163001 w 11607800"/>
              <a:gd name="connsiteY5" fmla="*/ 6235700 h 6235700"/>
              <a:gd name="connsiteX6" fmla="*/ 0 w 11607800"/>
              <a:gd name="connsiteY6" fmla="*/ 6072699 h 6235700"/>
              <a:gd name="connsiteX7" fmla="*/ 0 w 11607800"/>
              <a:gd name="connsiteY7" fmla="*/ 163001 h 6235700"/>
              <a:gd name="connsiteX8" fmla="*/ 163001 w 11607800"/>
              <a:gd name="connsiteY8" fmla="*/ 0 h 623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07800" h="6235700">
                <a:moveTo>
                  <a:pt x="163001" y="0"/>
                </a:moveTo>
                <a:lnTo>
                  <a:pt x="11444799" y="0"/>
                </a:lnTo>
                <a:cubicBezTo>
                  <a:pt x="11534822" y="0"/>
                  <a:pt x="11607800" y="72978"/>
                  <a:pt x="11607800" y="163001"/>
                </a:cubicBezTo>
                <a:lnTo>
                  <a:pt x="11607800" y="6072699"/>
                </a:lnTo>
                <a:cubicBezTo>
                  <a:pt x="11607800" y="6162722"/>
                  <a:pt x="11534822" y="6235700"/>
                  <a:pt x="11444799" y="6235700"/>
                </a:cubicBezTo>
                <a:lnTo>
                  <a:pt x="163001" y="6235700"/>
                </a:lnTo>
                <a:cubicBezTo>
                  <a:pt x="72978" y="6235700"/>
                  <a:pt x="0" y="6162722"/>
                  <a:pt x="0" y="6072699"/>
                </a:cubicBezTo>
                <a:lnTo>
                  <a:pt x="0" y="163001"/>
                </a:lnTo>
                <a:cubicBezTo>
                  <a:pt x="0" y="72978"/>
                  <a:pt x="72978" y="0"/>
                  <a:pt x="1630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A76F8E8-C921-9DA8-9D0E-0D26CEDDAE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33310" y="311149"/>
            <a:ext cx="5626099" cy="5543550"/>
          </a:xfrm>
          <a:custGeom>
            <a:avLst/>
            <a:gdLst>
              <a:gd name="connsiteX0" fmla="*/ 0 w 5626099"/>
              <a:gd name="connsiteY0" fmla="*/ 0 h 5543550"/>
              <a:gd name="connsiteX1" fmla="*/ 5626099 w 5626099"/>
              <a:gd name="connsiteY1" fmla="*/ 0 h 5543550"/>
              <a:gd name="connsiteX2" fmla="*/ 5626099 w 5626099"/>
              <a:gd name="connsiteY2" fmla="*/ 5543550 h 5543550"/>
              <a:gd name="connsiteX3" fmla="*/ 0 w 5626099"/>
              <a:gd name="connsiteY3" fmla="*/ 5543550 h 554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6099" h="5543550">
                <a:moveTo>
                  <a:pt x="0" y="0"/>
                </a:moveTo>
                <a:lnTo>
                  <a:pt x="5626099" y="0"/>
                </a:lnTo>
                <a:lnTo>
                  <a:pt x="5626099" y="5543550"/>
                </a:lnTo>
                <a:lnTo>
                  <a:pt x="0" y="55435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2">
            <a:extLst>
              <a:ext uri="{FF2B5EF4-FFF2-40B4-BE49-F238E27FC236}">
                <a16:creationId xmlns:a16="http://schemas.microsoft.com/office/drawing/2014/main" id="{CCF3989D-659B-0C96-5991-E6727BAFFD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22924" y="1271901"/>
            <a:ext cx="4970102" cy="4932812"/>
          </a:xfrm>
          <a:custGeom>
            <a:avLst/>
            <a:gdLst>
              <a:gd name="connsiteX0" fmla="*/ 1803923 w 4970102"/>
              <a:gd name="connsiteY0" fmla="*/ 3365270 h 4932812"/>
              <a:gd name="connsiteX1" fmla="*/ 3166179 w 4970102"/>
              <a:gd name="connsiteY1" fmla="*/ 3365270 h 4932812"/>
              <a:gd name="connsiteX2" fmla="*/ 3268822 w 4970102"/>
              <a:gd name="connsiteY2" fmla="*/ 3467913 h 4932812"/>
              <a:gd name="connsiteX3" fmla="*/ 3268822 w 4970102"/>
              <a:gd name="connsiteY3" fmla="*/ 4830169 h 4932812"/>
              <a:gd name="connsiteX4" fmla="*/ 3166179 w 4970102"/>
              <a:gd name="connsiteY4" fmla="*/ 4932812 h 4932812"/>
              <a:gd name="connsiteX5" fmla="*/ 1803923 w 4970102"/>
              <a:gd name="connsiteY5" fmla="*/ 4932812 h 4932812"/>
              <a:gd name="connsiteX6" fmla="*/ 1701280 w 4970102"/>
              <a:gd name="connsiteY6" fmla="*/ 4830169 h 4932812"/>
              <a:gd name="connsiteX7" fmla="*/ 1701280 w 4970102"/>
              <a:gd name="connsiteY7" fmla="*/ 3467913 h 4932812"/>
              <a:gd name="connsiteX8" fmla="*/ 1803923 w 4970102"/>
              <a:gd name="connsiteY8" fmla="*/ 3365270 h 4932812"/>
              <a:gd name="connsiteX9" fmla="*/ 3505203 w 4970102"/>
              <a:gd name="connsiteY9" fmla="*/ 1682635 h 4932812"/>
              <a:gd name="connsiteX10" fmla="*/ 4867459 w 4970102"/>
              <a:gd name="connsiteY10" fmla="*/ 1682635 h 4932812"/>
              <a:gd name="connsiteX11" fmla="*/ 4970102 w 4970102"/>
              <a:gd name="connsiteY11" fmla="*/ 1785278 h 4932812"/>
              <a:gd name="connsiteX12" fmla="*/ 4970102 w 4970102"/>
              <a:gd name="connsiteY12" fmla="*/ 3147534 h 4932812"/>
              <a:gd name="connsiteX13" fmla="*/ 4867459 w 4970102"/>
              <a:gd name="connsiteY13" fmla="*/ 3250177 h 4932812"/>
              <a:gd name="connsiteX14" fmla="*/ 3505203 w 4970102"/>
              <a:gd name="connsiteY14" fmla="*/ 3250177 h 4932812"/>
              <a:gd name="connsiteX15" fmla="*/ 3402560 w 4970102"/>
              <a:gd name="connsiteY15" fmla="*/ 3147534 h 4932812"/>
              <a:gd name="connsiteX16" fmla="*/ 3402560 w 4970102"/>
              <a:gd name="connsiteY16" fmla="*/ 1785278 h 4932812"/>
              <a:gd name="connsiteX17" fmla="*/ 3505203 w 4970102"/>
              <a:gd name="connsiteY17" fmla="*/ 1682635 h 4932812"/>
              <a:gd name="connsiteX18" fmla="*/ 102643 w 4970102"/>
              <a:gd name="connsiteY18" fmla="*/ 1682635 h 4932812"/>
              <a:gd name="connsiteX19" fmla="*/ 1464899 w 4970102"/>
              <a:gd name="connsiteY19" fmla="*/ 1682635 h 4932812"/>
              <a:gd name="connsiteX20" fmla="*/ 1567542 w 4970102"/>
              <a:gd name="connsiteY20" fmla="*/ 1785278 h 4932812"/>
              <a:gd name="connsiteX21" fmla="*/ 1567542 w 4970102"/>
              <a:gd name="connsiteY21" fmla="*/ 3147534 h 4932812"/>
              <a:gd name="connsiteX22" fmla="*/ 1464899 w 4970102"/>
              <a:gd name="connsiteY22" fmla="*/ 3250177 h 4932812"/>
              <a:gd name="connsiteX23" fmla="*/ 102643 w 4970102"/>
              <a:gd name="connsiteY23" fmla="*/ 3250177 h 4932812"/>
              <a:gd name="connsiteX24" fmla="*/ 0 w 4970102"/>
              <a:gd name="connsiteY24" fmla="*/ 3147534 h 4932812"/>
              <a:gd name="connsiteX25" fmla="*/ 0 w 4970102"/>
              <a:gd name="connsiteY25" fmla="*/ 1785278 h 4932812"/>
              <a:gd name="connsiteX26" fmla="*/ 102643 w 4970102"/>
              <a:gd name="connsiteY26" fmla="*/ 1682635 h 4932812"/>
              <a:gd name="connsiteX27" fmla="*/ 1803923 w 4970102"/>
              <a:gd name="connsiteY27" fmla="*/ 0 h 4932812"/>
              <a:gd name="connsiteX28" fmla="*/ 3166179 w 4970102"/>
              <a:gd name="connsiteY28" fmla="*/ 0 h 4932812"/>
              <a:gd name="connsiteX29" fmla="*/ 3268822 w 4970102"/>
              <a:gd name="connsiteY29" fmla="*/ 102643 h 4932812"/>
              <a:gd name="connsiteX30" fmla="*/ 3268822 w 4970102"/>
              <a:gd name="connsiteY30" fmla="*/ 1464899 h 4932812"/>
              <a:gd name="connsiteX31" fmla="*/ 3166179 w 4970102"/>
              <a:gd name="connsiteY31" fmla="*/ 1567542 h 4932812"/>
              <a:gd name="connsiteX32" fmla="*/ 1803923 w 4970102"/>
              <a:gd name="connsiteY32" fmla="*/ 1567542 h 4932812"/>
              <a:gd name="connsiteX33" fmla="*/ 1701280 w 4970102"/>
              <a:gd name="connsiteY33" fmla="*/ 1464899 h 4932812"/>
              <a:gd name="connsiteX34" fmla="*/ 1701280 w 4970102"/>
              <a:gd name="connsiteY34" fmla="*/ 102643 h 4932812"/>
              <a:gd name="connsiteX35" fmla="*/ 1803923 w 4970102"/>
              <a:gd name="connsiteY35" fmla="*/ 0 h 4932812"/>
              <a:gd name="connsiteX36" fmla="*/ 102643 w 4970102"/>
              <a:gd name="connsiteY36" fmla="*/ 0 h 4932812"/>
              <a:gd name="connsiteX37" fmla="*/ 1464899 w 4970102"/>
              <a:gd name="connsiteY37" fmla="*/ 0 h 4932812"/>
              <a:gd name="connsiteX38" fmla="*/ 1567542 w 4970102"/>
              <a:gd name="connsiteY38" fmla="*/ 102643 h 4932812"/>
              <a:gd name="connsiteX39" fmla="*/ 1567542 w 4970102"/>
              <a:gd name="connsiteY39" fmla="*/ 1464899 h 4932812"/>
              <a:gd name="connsiteX40" fmla="*/ 1464899 w 4970102"/>
              <a:gd name="connsiteY40" fmla="*/ 1567542 h 4932812"/>
              <a:gd name="connsiteX41" fmla="*/ 102643 w 4970102"/>
              <a:gd name="connsiteY41" fmla="*/ 1567542 h 4932812"/>
              <a:gd name="connsiteX42" fmla="*/ 0 w 4970102"/>
              <a:gd name="connsiteY42" fmla="*/ 1464899 h 4932812"/>
              <a:gd name="connsiteX43" fmla="*/ 0 w 4970102"/>
              <a:gd name="connsiteY43" fmla="*/ 102643 h 4932812"/>
              <a:gd name="connsiteX44" fmla="*/ 102643 w 4970102"/>
              <a:gd name="connsiteY44" fmla="*/ 0 h 493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0102" h="4932812">
                <a:moveTo>
                  <a:pt x="1803923" y="3365270"/>
                </a:moveTo>
                <a:lnTo>
                  <a:pt x="3166179" y="3365270"/>
                </a:lnTo>
                <a:cubicBezTo>
                  <a:pt x="3222867" y="3365270"/>
                  <a:pt x="3268822" y="3411225"/>
                  <a:pt x="3268822" y="3467913"/>
                </a:cubicBezTo>
                <a:lnTo>
                  <a:pt x="3268822" y="4830169"/>
                </a:lnTo>
                <a:cubicBezTo>
                  <a:pt x="3268822" y="4886857"/>
                  <a:pt x="3222867" y="4932812"/>
                  <a:pt x="3166179" y="4932812"/>
                </a:cubicBezTo>
                <a:lnTo>
                  <a:pt x="1803923" y="4932812"/>
                </a:lnTo>
                <a:cubicBezTo>
                  <a:pt x="1747235" y="4932812"/>
                  <a:pt x="1701280" y="4886857"/>
                  <a:pt x="1701280" y="4830169"/>
                </a:cubicBezTo>
                <a:lnTo>
                  <a:pt x="1701280" y="3467913"/>
                </a:lnTo>
                <a:cubicBezTo>
                  <a:pt x="1701280" y="3411225"/>
                  <a:pt x="1747235" y="3365270"/>
                  <a:pt x="1803923" y="3365270"/>
                </a:cubicBezTo>
                <a:close/>
                <a:moveTo>
                  <a:pt x="3505203" y="1682635"/>
                </a:moveTo>
                <a:lnTo>
                  <a:pt x="4867459" y="1682635"/>
                </a:lnTo>
                <a:cubicBezTo>
                  <a:pt x="4924147" y="1682635"/>
                  <a:pt x="4970102" y="1728590"/>
                  <a:pt x="4970102" y="1785278"/>
                </a:cubicBezTo>
                <a:lnTo>
                  <a:pt x="4970102" y="3147534"/>
                </a:lnTo>
                <a:cubicBezTo>
                  <a:pt x="4970102" y="3204222"/>
                  <a:pt x="4924147" y="3250177"/>
                  <a:pt x="4867459" y="3250177"/>
                </a:cubicBezTo>
                <a:lnTo>
                  <a:pt x="3505203" y="3250177"/>
                </a:lnTo>
                <a:cubicBezTo>
                  <a:pt x="3448515" y="3250177"/>
                  <a:pt x="3402560" y="3204222"/>
                  <a:pt x="3402560" y="3147534"/>
                </a:cubicBezTo>
                <a:lnTo>
                  <a:pt x="3402560" y="1785278"/>
                </a:lnTo>
                <a:cubicBezTo>
                  <a:pt x="3402560" y="1728590"/>
                  <a:pt x="3448515" y="1682635"/>
                  <a:pt x="3505203" y="1682635"/>
                </a:cubicBezTo>
                <a:close/>
                <a:moveTo>
                  <a:pt x="102643" y="1682635"/>
                </a:moveTo>
                <a:lnTo>
                  <a:pt x="1464899" y="1682635"/>
                </a:lnTo>
                <a:cubicBezTo>
                  <a:pt x="1521587" y="1682635"/>
                  <a:pt x="1567542" y="1728590"/>
                  <a:pt x="1567542" y="1785278"/>
                </a:cubicBezTo>
                <a:lnTo>
                  <a:pt x="1567542" y="3147534"/>
                </a:lnTo>
                <a:cubicBezTo>
                  <a:pt x="1567542" y="3204222"/>
                  <a:pt x="1521587" y="3250177"/>
                  <a:pt x="1464899" y="3250177"/>
                </a:cubicBezTo>
                <a:lnTo>
                  <a:pt x="102643" y="3250177"/>
                </a:lnTo>
                <a:cubicBezTo>
                  <a:pt x="45955" y="3250177"/>
                  <a:pt x="0" y="3204222"/>
                  <a:pt x="0" y="3147534"/>
                </a:cubicBezTo>
                <a:lnTo>
                  <a:pt x="0" y="1785278"/>
                </a:lnTo>
                <a:cubicBezTo>
                  <a:pt x="0" y="1728590"/>
                  <a:pt x="45955" y="1682635"/>
                  <a:pt x="102643" y="1682635"/>
                </a:cubicBezTo>
                <a:close/>
                <a:moveTo>
                  <a:pt x="1803923" y="0"/>
                </a:moveTo>
                <a:lnTo>
                  <a:pt x="3166179" y="0"/>
                </a:lnTo>
                <a:cubicBezTo>
                  <a:pt x="3222867" y="0"/>
                  <a:pt x="3268822" y="45955"/>
                  <a:pt x="3268822" y="102643"/>
                </a:cubicBezTo>
                <a:lnTo>
                  <a:pt x="3268822" y="1464899"/>
                </a:lnTo>
                <a:cubicBezTo>
                  <a:pt x="3268822" y="1521587"/>
                  <a:pt x="3222867" y="1567542"/>
                  <a:pt x="3166179" y="1567542"/>
                </a:cubicBezTo>
                <a:lnTo>
                  <a:pt x="1803923" y="1567542"/>
                </a:lnTo>
                <a:cubicBezTo>
                  <a:pt x="1747235" y="1567542"/>
                  <a:pt x="1701280" y="1521587"/>
                  <a:pt x="1701280" y="1464899"/>
                </a:cubicBezTo>
                <a:lnTo>
                  <a:pt x="1701280" y="102643"/>
                </a:lnTo>
                <a:cubicBezTo>
                  <a:pt x="1701280" y="45955"/>
                  <a:pt x="1747235" y="0"/>
                  <a:pt x="1803923" y="0"/>
                </a:cubicBezTo>
                <a:close/>
                <a:moveTo>
                  <a:pt x="102643" y="0"/>
                </a:moveTo>
                <a:lnTo>
                  <a:pt x="1464899" y="0"/>
                </a:lnTo>
                <a:cubicBezTo>
                  <a:pt x="1521587" y="0"/>
                  <a:pt x="1567542" y="45955"/>
                  <a:pt x="1567542" y="102643"/>
                </a:cubicBezTo>
                <a:lnTo>
                  <a:pt x="1567542" y="1464899"/>
                </a:lnTo>
                <a:cubicBezTo>
                  <a:pt x="1567542" y="1521587"/>
                  <a:pt x="1521587" y="1567542"/>
                  <a:pt x="1464899" y="1567542"/>
                </a:cubicBezTo>
                <a:lnTo>
                  <a:pt x="102643" y="1567542"/>
                </a:lnTo>
                <a:cubicBezTo>
                  <a:pt x="45955" y="1567542"/>
                  <a:pt x="0" y="1521587"/>
                  <a:pt x="0" y="1464899"/>
                </a:cubicBezTo>
                <a:lnTo>
                  <a:pt x="0" y="102643"/>
                </a:lnTo>
                <a:cubicBezTo>
                  <a:pt x="0" y="45955"/>
                  <a:pt x="45955" y="0"/>
                  <a:pt x="102643" y="0"/>
                </a:cubicBez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32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F2756EE-96CC-0710-53ED-D33C80FC9A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6954" y="800617"/>
            <a:ext cx="2121007" cy="1513376"/>
          </a:xfrm>
          <a:custGeom>
            <a:avLst/>
            <a:gdLst>
              <a:gd name="connsiteX0" fmla="*/ 88760 w 2121007"/>
              <a:gd name="connsiteY0" fmla="*/ 0 h 1513376"/>
              <a:gd name="connsiteX1" fmla="*/ 2032247 w 2121007"/>
              <a:gd name="connsiteY1" fmla="*/ 0 h 1513376"/>
              <a:gd name="connsiteX2" fmla="*/ 2121007 w 2121007"/>
              <a:gd name="connsiteY2" fmla="*/ 88760 h 1513376"/>
              <a:gd name="connsiteX3" fmla="*/ 2121007 w 2121007"/>
              <a:gd name="connsiteY3" fmla="*/ 1424616 h 1513376"/>
              <a:gd name="connsiteX4" fmla="*/ 2032247 w 2121007"/>
              <a:gd name="connsiteY4" fmla="*/ 1513376 h 1513376"/>
              <a:gd name="connsiteX5" fmla="*/ 88760 w 2121007"/>
              <a:gd name="connsiteY5" fmla="*/ 1513376 h 1513376"/>
              <a:gd name="connsiteX6" fmla="*/ 0 w 2121007"/>
              <a:gd name="connsiteY6" fmla="*/ 1424616 h 1513376"/>
              <a:gd name="connsiteX7" fmla="*/ 0 w 2121007"/>
              <a:gd name="connsiteY7" fmla="*/ 88760 h 1513376"/>
              <a:gd name="connsiteX8" fmla="*/ 88760 w 2121007"/>
              <a:gd name="connsiteY8" fmla="*/ 0 h 151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1007" h="1513376">
                <a:moveTo>
                  <a:pt x="88760" y="0"/>
                </a:moveTo>
                <a:lnTo>
                  <a:pt x="2032247" y="0"/>
                </a:lnTo>
                <a:cubicBezTo>
                  <a:pt x="2081268" y="0"/>
                  <a:pt x="2121007" y="39739"/>
                  <a:pt x="2121007" y="88760"/>
                </a:cubicBezTo>
                <a:lnTo>
                  <a:pt x="2121007" y="1424616"/>
                </a:lnTo>
                <a:cubicBezTo>
                  <a:pt x="2121007" y="1473637"/>
                  <a:pt x="2081268" y="1513376"/>
                  <a:pt x="2032247" y="1513376"/>
                </a:cubicBezTo>
                <a:lnTo>
                  <a:pt x="88760" y="1513376"/>
                </a:lnTo>
                <a:cubicBezTo>
                  <a:pt x="39739" y="1513376"/>
                  <a:pt x="0" y="1473637"/>
                  <a:pt x="0" y="1424616"/>
                </a:cubicBezTo>
                <a:lnTo>
                  <a:pt x="0" y="88760"/>
                </a:lnTo>
                <a:cubicBezTo>
                  <a:pt x="0" y="39739"/>
                  <a:pt x="39739" y="0"/>
                  <a:pt x="887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99EB5C97-8225-48A8-9E41-FDAE2614A4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54040" y="2958324"/>
            <a:ext cx="2047529" cy="1445136"/>
          </a:xfrm>
          <a:custGeom>
            <a:avLst/>
            <a:gdLst>
              <a:gd name="connsiteX0" fmla="*/ 100899 w 2047529"/>
              <a:gd name="connsiteY0" fmla="*/ 0 h 1445136"/>
              <a:gd name="connsiteX1" fmla="*/ 1946630 w 2047529"/>
              <a:gd name="connsiteY1" fmla="*/ 0 h 1445136"/>
              <a:gd name="connsiteX2" fmla="*/ 2047529 w 2047529"/>
              <a:gd name="connsiteY2" fmla="*/ 100899 h 1445136"/>
              <a:gd name="connsiteX3" fmla="*/ 2047529 w 2047529"/>
              <a:gd name="connsiteY3" fmla="*/ 1344237 h 1445136"/>
              <a:gd name="connsiteX4" fmla="*/ 1946630 w 2047529"/>
              <a:gd name="connsiteY4" fmla="*/ 1445136 h 1445136"/>
              <a:gd name="connsiteX5" fmla="*/ 100899 w 2047529"/>
              <a:gd name="connsiteY5" fmla="*/ 1445136 h 1445136"/>
              <a:gd name="connsiteX6" fmla="*/ 0 w 2047529"/>
              <a:gd name="connsiteY6" fmla="*/ 1344237 h 1445136"/>
              <a:gd name="connsiteX7" fmla="*/ 0 w 2047529"/>
              <a:gd name="connsiteY7" fmla="*/ 100899 h 1445136"/>
              <a:gd name="connsiteX8" fmla="*/ 100899 w 2047529"/>
              <a:gd name="connsiteY8" fmla="*/ 0 h 144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7529" h="1445136">
                <a:moveTo>
                  <a:pt x="100899" y="0"/>
                </a:moveTo>
                <a:lnTo>
                  <a:pt x="1946630" y="0"/>
                </a:lnTo>
                <a:cubicBezTo>
                  <a:pt x="2002355" y="0"/>
                  <a:pt x="2047529" y="45174"/>
                  <a:pt x="2047529" y="100899"/>
                </a:cubicBezTo>
                <a:lnTo>
                  <a:pt x="2047529" y="1344237"/>
                </a:lnTo>
                <a:cubicBezTo>
                  <a:pt x="2047529" y="1399962"/>
                  <a:pt x="2002355" y="1445136"/>
                  <a:pt x="1946630" y="1445136"/>
                </a:cubicBezTo>
                <a:lnTo>
                  <a:pt x="100899" y="1445136"/>
                </a:lnTo>
                <a:cubicBezTo>
                  <a:pt x="45174" y="1445136"/>
                  <a:pt x="0" y="1399962"/>
                  <a:pt x="0" y="1344237"/>
                </a:cubicBezTo>
                <a:lnTo>
                  <a:pt x="0" y="100899"/>
                </a:lnTo>
                <a:cubicBezTo>
                  <a:pt x="0" y="45174"/>
                  <a:pt x="45174" y="0"/>
                  <a:pt x="100899" y="0"/>
                </a:cubicBez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38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635FC82-8164-F380-C1FE-3B5370B666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7462" y="4338557"/>
            <a:ext cx="2909888" cy="1482725"/>
          </a:xfrm>
          <a:custGeom>
            <a:avLst/>
            <a:gdLst>
              <a:gd name="connsiteX0" fmla="*/ 69851 w 2909888"/>
              <a:gd name="connsiteY0" fmla="*/ 0 h 1482725"/>
              <a:gd name="connsiteX1" fmla="*/ 2840037 w 2909888"/>
              <a:gd name="connsiteY1" fmla="*/ 0 h 1482725"/>
              <a:gd name="connsiteX2" fmla="*/ 2909888 w 2909888"/>
              <a:gd name="connsiteY2" fmla="*/ 69851 h 1482725"/>
              <a:gd name="connsiteX3" fmla="*/ 2909888 w 2909888"/>
              <a:gd name="connsiteY3" fmla="*/ 1412874 h 1482725"/>
              <a:gd name="connsiteX4" fmla="*/ 2840037 w 2909888"/>
              <a:gd name="connsiteY4" fmla="*/ 1482725 h 1482725"/>
              <a:gd name="connsiteX5" fmla="*/ 69851 w 2909888"/>
              <a:gd name="connsiteY5" fmla="*/ 1482725 h 1482725"/>
              <a:gd name="connsiteX6" fmla="*/ 0 w 2909888"/>
              <a:gd name="connsiteY6" fmla="*/ 1412874 h 1482725"/>
              <a:gd name="connsiteX7" fmla="*/ 0 w 2909888"/>
              <a:gd name="connsiteY7" fmla="*/ 69851 h 1482725"/>
              <a:gd name="connsiteX8" fmla="*/ 69851 w 2909888"/>
              <a:gd name="connsiteY8" fmla="*/ 0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9888" h="1482725">
                <a:moveTo>
                  <a:pt x="69851" y="0"/>
                </a:moveTo>
                <a:lnTo>
                  <a:pt x="2840037" y="0"/>
                </a:lnTo>
                <a:cubicBezTo>
                  <a:pt x="2878615" y="0"/>
                  <a:pt x="2909888" y="31273"/>
                  <a:pt x="2909888" y="69851"/>
                </a:cubicBezTo>
                <a:lnTo>
                  <a:pt x="2909888" y="1412874"/>
                </a:lnTo>
                <a:cubicBezTo>
                  <a:pt x="2909888" y="1451452"/>
                  <a:pt x="2878615" y="1482725"/>
                  <a:pt x="2840037" y="1482725"/>
                </a:cubicBezTo>
                <a:lnTo>
                  <a:pt x="69851" y="1482725"/>
                </a:lnTo>
                <a:cubicBezTo>
                  <a:pt x="31273" y="1482725"/>
                  <a:pt x="0" y="1451452"/>
                  <a:pt x="0" y="1412874"/>
                </a:cubicBezTo>
                <a:lnTo>
                  <a:pt x="0" y="69851"/>
                </a:lnTo>
                <a:cubicBezTo>
                  <a:pt x="0" y="31273"/>
                  <a:pt x="31273" y="0"/>
                  <a:pt x="698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0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DF3DF1E-A25F-D3C5-25C4-AD9C11FF8B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9643" y="2482425"/>
            <a:ext cx="2431462" cy="2415221"/>
          </a:xfrm>
          <a:custGeom>
            <a:avLst/>
            <a:gdLst>
              <a:gd name="connsiteX0" fmla="*/ 99338 w 2431462"/>
              <a:gd name="connsiteY0" fmla="*/ 0 h 2415221"/>
              <a:gd name="connsiteX1" fmla="*/ 2332124 w 2431462"/>
              <a:gd name="connsiteY1" fmla="*/ 0 h 2415221"/>
              <a:gd name="connsiteX2" fmla="*/ 2431462 w 2431462"/>
              <a:gd name="connsiteY2" fmla="*/ 99338 h 2415221"/>
              <a:gd name="connsiteX3" fmla="*/ 2431462 w 2431462"/>
              <a:gd name="connsiteY3" fmla="*/ 2315883 h 2415221"/>
              <a:gd name="connsiteX4" fmla="*/ 2332124 w 2431462"/>
              <a:gd name="connsiteY4" fmla="*/ 2415221 h 2415221"/>
              <a:gd name="connsiteX5" fmla="*/ 99338 w 2431462"/>
              <a:gd name="connsiteY5" fmla="*/ 2415221 h 2415221"/>
              <a:gd name="connsiteX6" fmla="*/ 0 w 2431462"/>
              <a:gd name="connsiteY6" fmla="*/ 2315883 h 2415221"/>
              <a:gd name="connsiteX7" fmla="*/ 0 w 2431462"/>
              <a:gd name="connsiteY7" fmla="*/ 99338 h 2415221"/>
              <a:gd name="connsiteX8" fmla="*/ 99338 w 2431462"/>
              <a:gd name="connsiteY8" fmla="*/ 0 h 2415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1462" h="2415221">
                <a:moveTo>
                  <a:pt x="99338" y="0"/>
                </a:moveTo>
                <a:lnTo>
                  <a:pt x="2332124" y="0"/>
                </a:lnTo>
                <a:cubicBezTo>
                  <a:pt x="2386987" y="0"/>
                  <a:pt x="2431462" y="44475"/>
                  <a:pt x="2431462" y="99338"/>
                </a:cubicBezTo>
                <a:lnTo>
                  <a:pt x="2431462" y="2315883"/>
                </a:lnTo>
                <a:cubicBezTo>
                  <a:pt x="2431462" y="2370746"/>
                  <a:pt x="2386987" y="2415221"/>
                  <a:pt x="2332124" y="2415221"/>
                </a:cubicBezTo>
                <a:lnTo>
                  <a:pt x="99338" y="2415221"/>
                </a:lnTo>
                <a:cubicBezTo>
                  <a:pt x="44475" y="2415221"/>
                  <a:pt x="0" y="2370746"/>
                  <a:pt x="0" y="2315883"/>
                </a:cubicBezTo>
                <a:lnTo>
                  <a:pt x="0" y="99338"/>
                </a:lnTo>
                <a:cubicBezTo>
                  <a:pt x="0" y="44475"/>
                  <a:pt x="44475" y="0"/>
                  <a:pt x="99338" y="0"/>
                </a:cubicBezTo>
                <a:close/>
              </a:path>
            </a:pathLst>
          </a:custGeom>
        </p:spPr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FCBB000-9A94-8B36-F036-4B600B86C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0059" y="2482425"/>
            <a:ext cx="2431462" cy="2415221"/>
          </a:xfrm>
          <a:custGeom>
            <a:avLst/>
            <a:gdLst>
              <a:gd name="connsiteX0" fmla="*/ 99338 w 2431462"/>
              <a:gd name="connsiteY0" fmla="*/ 0 h 2415221"/>
              <a:gd name="connsiteX1" fmla="*/ 2332124 w 2431462"/>
              <a:gd name="connsiteY1" fmla="*/ 0 h 2415221"/>
              <a:gd name="connsiteX2" fmla="*/ 2431462 w 2431462"/>
              <a:gd name="connsiteY2" fmla="*/ 99338 h 2415221"/>
              <a:gd name="connsiteX3" fmla="*/ 2431462 w 2431462"/>
              <a:gd name="connsiteY3" fmla="*/ 2315883 h 2415221"/>
              <a:gd name="connsiteX4" fmla="*/ 2332124 w 2431462"/>
              <a:gd name="connsiteY4" fmla="*/ 2415221 h 2415221"/>
              <a:gd name="connsiteX5" fmla="*/ 99338 w 2431462"/>
              <a:gd name="connsiteY5" fmla="*/ 2415221 h 2415221"/>
              <a:gd name="connsiteX6" fmla="*/ 0 w 2431462"/>
              <a:gd name="connsiteY6" fmla="*/ 2315883 h 2415221"/>
              <a:gd name="connsiteX7" fmla="*/ 0 w 2431462"/>
              <a:gd name="connsiteY7" fmla="*/ 99338 h 2415221"/>
              <a:gd name="connsiteX8" fmla="*/ 99338 w 2431462"/>
              <a:gd name="connsiteY8" fmla="*/ 0 h 2415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1462" h="2415221">
                <a:moveTo>
                  <a:pt x="99338" y="0"/>
                </a:moveTo>
                <a:lnTo>
                  <a:pt x="2332124" y="0"/>
                </a:lnTo>
                <a:cubicBezTo>
                  <a:pt x="2386987" y="0"/>
                  <a:pt x="2431462" y="44475"/>
                  <a:pt x="2431462" y="99338"/>
                </a:cubicBezTo>
                <a:lnTo>
                  <a:pt x="2431462" y="2315883"/>
                </a:lnTo>
                <a:cubicBezTo>
                  <a:pt x="2431462" y="2370746"/>
                  <a:pt x="2386987" y="2415221"/>
                  <a:pt x="2332124" y="2415221"/>
                </a:cubicBezTo>
                <a:lnTo>
                  <a:pt x="99338" y="2415221"/>
                </a:lnTo>
                <a:cubicBezTo>
                  <a:pt x="44475" y="2415221"/>
                  <a:pt x="0" y="2370746"/>
                  <a:pt x="0" y="2315883"/>
                </a:cubicBezTo>
                <a:lnTo>
                  <a:pt x="0" y="99338"/>
                </a:lnTo>
                <a:cubicBezTo>
                  <a:pt x="0" y="44475"/>
                  <a:pt x="44475" y="0"/>
                  <a:pt x="99338" y="0"/>
                </a:cubicBezTo>
                <a:close/>
              </a:path>
            </a:pathLst>
          </a:custGeom>
        </p:spPr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92834DB-9B1B-93FB-434C-6A12544C5E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0477" y="2482425"/>
            <a:ext cx="2431462" cy="2415221"/>
          </a:xfrm>
          <a:custGeom>
            <a:avLst/>
            <a:gdLst>
              <a:gd name="connsiteX0" fmla="*/ 99338 w 2431462"/>
              <a:gd name="connsiteY0" fmla="*/ 0 h 2415221"/>
              <a:gd name="connsiteX1" fmla="*/ 2332124 w 2431462"/>
              <a:gd name="connsiteY1" fmla="*/ 0 h 2415221"/>
              <a:gd name="connsiteX2" fmla="*/ 2431462 w 2431462"/>
              <a:gd name="connsiteY2" fmla="*/ 99338 h 2415221"/>
              <a:gd name="connsiteX3" fmla="*/ 2431462 w 2431462"/>
              <a:gd name="connsiteY3" fmla="*/ 2315883 h 2415221"/>
              <a:gd name="connsiteX4" fmla="*/ 2332124 w 2431462"/>
              <a:gd name="connsiteY4" fmla="*/ 2415221 h 2415221"/>
              <a:gd name="connsiteX5" fmla="*/ 99338 w 2431462"/>
              <a:gd name="connsiteY5" fmla="*/ 2415221 h 2415221"/>
              <a:gd name="connsiteX6" fmla="*/ 0 w 2431462"/>
              <a:gd name="connsiteY6" fmla="*/ 2315883 h 2415221"/>
              <a:gd name="connsiteX7" fmla="*/ 0 w 2431462"/>
              <a:gd name="connsiteY7" fmla="*/ 99338 h 2415221"/>
              <a:gd name="connsiteX8" fmla="*/ 99338 w 2431462"/>
              <a:gd name="connsiteY8" fmla="*/ 0 h 2415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1462" h="2415221">
                <a:moveTo>
                  <a:pt x="99338" y="0"/>
                </a:moveTo>
                <a:lnTo>
                  <a:pt x="2332124" y="0"/>
                </a:lnTo>
                <a:cubicBezTo>
                  <a:pt x="2386987" y="0"/>
                  <a:pt x="2431462" y="44475"/>
                  <a:pt x="2431462" y="99338"/>
                </a:cubicBezTo>
                <a:lnTo>
                  <a:pt x="2431462" y="2315883"/>
                </a:lnTo>
                <a:cubicBezTo>
                  <a:pt x="2431462" y="2370746"/>
                  <a:pt x="2386987" y="2415221"/>
                  <a:pt x="2332124" y="2415221"/>
                </a:cubicBezTo>
                <a:lnTo>
                  <a:pt x="99338" y="2415221"/>
                </a:lnTo>
                <a:cubicBezTo>
                  <a:pt x="44475" y="2415221"/>
                  <a:pt x="0" y="2370746"/>
                  <a:pt x="0" y="2315883"/>
                </a:cubicBezTo>
                <a:lnTo>
                  <a:pt x="0" y="99338"/>
                </a:lnTo>
                <a:cubicBezTo>
                  <a:pt x="0" y="44475"/>
                  <a:pt x="44475" y="0"/>
                  <a:pt x="99338" y="0"/>
                </a:cubicBezTo>
                <a:close/>
              </a:path>
            </a:pathLst>
          </a:custGeom>
        </p:spPr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C85F1FF-0CFB-E0A7-4EC8-446BA12DA4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65744" y="2482425"/>
            <a:ext cx="2431462" cy="2415221"/>
          </a:xfrm>
          <a:custGeom>
            <a:avLst/>
            <a:gdLst>
              <a:gd name="connsiteX0" fmla="*/ 99338 w 2431462"/>
              <a:gd name="connsiteY0" fmla="*/ 0 h 2415221"/>
              <a:gd name="connsiteX1" fmla="*/ 2332124 w 2431462"/>
              <a:gd name="connsiteY1" fmla="*/ 0 h 2415221"/>
              <a:gd name="connsiteX2" fmla="*/ 2431462 w 2431462"/>
              <a:gd name="connsiteY2" fmla="*/ 99338 h 2415221"/>
              <a:gd name="connsiteX3" fmla="*/ 2431462 w 2431462"/>
              <a:gd name="connsiteY3" fmla="*/ 2315883 h 2415221"/>
              <a:gd name="connsiteX4" fmla="*/ 2332124 w 2431462"/>
              <a:gd name="connsiteY4" fmla="*/ 2415221 h 2415221"/>
              <a:gd name="connsiteX5" fmla="*/ 99338 w 2431462"/>
              <a:gd name="connsiteY5" fmla="*/ 2415221 h 2415221"/>
              <a:gd name="connsiteX6" fmla="*/ 0 w 2431462"/>
              <a:gd name="connsiteY6" fmla="*/ 2315883 h 2415221"/>
              <a:gd name="connsiteX7" fmla="*/ 0 w 2431462"/>
              <a:gd name="connsiteY7" fmla="*/ 99338 h 2415221"/>
              <a:gd name="connsiteX8" fmla="*/ 99338 w 2431462"/>
              <a:gd name="connsiteY8" fmla="*/ 0 h 2415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1462" h="2415221">
                <a:moveTo>
                  <a:pt x="99338" y="0"/>
                </a:moveTo>
                <a:lnTo>
                  <a:pt x="2332124" y="0"/>
                </a:lnTo>
                <a:cubicBezTo>
                  <a:pt x="2386987" y="0"/>
                  <a:pt x="2431462" y="44475"/>
                  <a:pt x="2431462" y="99338"/>
                </a:cubicBezTo>
                <a:lnTo>
                  <a:pt x="2431462" y="2315883"/>
                </a:lnTo>
                <a:cubicBezTo>
                  <a:pt x="2431462" y="2370746"/>
                  <a:pt x="2386987" y="2415221"/>
                  <a:pt x="2332124" y="2415221"/>
                </a:cubicBezTo>
                <a:lnTo>
                  <a:pt x="99338" y="2415221"/>
                </a:lnTo>
                <a:cubicBezTo>
                  <a:pt x="44475" y="2415221"/>
                  <a:pt x="0" y="2370746"/>
                  <a:pt x="0" y="2315883"/>
                </a:cubicBezTo>
                <a:lnTo>
                  <a:pt x="0" y="99338"/>
                </a:lnTo>
                <a:cubicBezTo>
                  <a:pt x="0" y="44475"/>
                  <a:pt x="44475" y="0"/>
                  <a:pt x="99338" y="0"/>
                </a:cubicBez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757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91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9388246B-8594-7206-983C-19AA783255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4563" y="2183591"/>
            <a:ext cx="2614612" cy="2687637"/>
          </a:xfrm>
          <a:prstGeom prst="rect">
            <a:avLst/>
          </a:prstGeom>
        </p:spPr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739BBF86-BA2D-F2DB-3C3A-423A0CB6A0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8840" y="2183591"/>
            <a:ext cx="2614612" cy="2687637"/>
          </a:xfrm>
          <a:prstGeom prst="rect">
            <a:avLst/>
          </a:prstGeom>
        </p:spPr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B3269DE0-0857-930C-FB30-FD8BCE11F3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2760" y="2183591"/>
            <a:ext cx="2614612" cy="2687637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30099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75F048A-3FE9-C246-B5AD-463A2AE302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228446" cy="3493308"/>
          </a:xfrm>
          <a:custGeom>
            <a:avLst/>
            <a:gdLst>
              <a:gd name="connsiteX0" fmla="*/ 0 w 3228446"/>
              <a:gd name="connsiteY0" fmla="*/ 0 h 3493308"/>
              <a:gd name="connsiteX1" fmla="*/ 1350222 w 3228446"/>
              <a:gd name="connsiteY1" fmla="*/ 0 h 3493308"/>
              <a:gd name="connsiteX2" fmla="*/ 3176881 w 3228446"/>
              <a:gd name="connsiteY2" fmla="*/ 2175589 h 3493308"/>
              <a:gd name="connsiteX3" fmla="*/ 3149834 w 3228446"/>
              <a:gd name="connsiteY3" fmla="*/ 2485822 h 3493308"/>
              <a:gd name="connsiteX4" fmla="*/ 2011312 w 3228446"/>
              <a:gd name="connsiteY4" fmla="*/ 3441743 h 3493308"/>
              <a:gd name="connsiteX5" fmla="*/ 1701079 w 3228446"/>
              <a:gd name="connsiteY5" fmla="*/ 3414696 h 3493308"/>
              <a:gd name="connsiteX6" fmla="*/ 0 w 3228446"/>
              <a:gd name="connsiteY6" fmla="*/ 1388676 h 349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446" h="3493308">
                <a:moveTo>
                  <a:pt x="0" y="0"/>
                </a:moveTo>
                <a:lnTo>
                  <a:pt x="1350222" y="0"/>
                </a:lnTo>
                <a:lnTo>
                  <a:pt x="3176881" y="2175589"/>
                </a:lnTo>
                <a:cubicBezTo>
                  <a:pt x="3255081" y="2268726"/>
                  <a:pt x="3242971" y="2407623"/>
                  <a:pt x="3149834" y="2485822"/>
                </a:cubicBezTo>
                <a:lnTo>
                  <a:pt x="2011312" y="3441743"/>
                </a:lnTo>
                <a:cubicBezTo>
                  <a:pt x="1918174" y="3519943"/>
                  <a:pt x="1779278" y="3507833"/>
                  <a:pt x="1701079" y="3414696"/>
                </a:cubicBezTo>
                <a:lnTo>
                  <a:pt x="0" y="13886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7DFE987-C179-C3C8-8BE4-F7C370CA5C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48704" y="307723"/>
            <a:ext cx="4012043" cy="4294217"/>
          </a:xfrm>
          <a:custGeom>
            <a:avLst/>
            <a:gdLst>
              <a:gd name="connsiteX0" fmla="*/ 1377852 w 4012043"/>
              <a:gd name="connsiteY0" fmla="*/ 837 h 4294217"/>
              <a:gd name="connsiteX1" fmla="*/ 1527367 w 4012043"/>
              <a:gd name="connsiteY1" fmla="*/ 78612 h 4294217"/>
              <a:gd name="connsiteX2" fmla="*/ 3960478 w 4012043"/>
              <a:gd name="connsiteY2" fmla="*/ 2976498 h 4294217"/>
              <a:gd name="connsiteX3" fmla="*/ 3933431 w 4012043"/>
              <a:gd name="connsiteY3" fmla="*/ 3286731 h 4294217"/>
              <a:gd name="connsiteX4" fmla="*/ 2794909 w 4012043"/>
              <a:gd name="connsiteY4" fmla="*/ 4242652 h 4294217"/>
              <a:gd name="connsiteX5" fmla="*/ 2484676 w 4012043"/>
              <a:gd name="connsiteY5" fmla="*/ 4215605 h 4294217"/>
              <a:gd name="connsiteX6" fmla="*/ 51565 w 4012043"/>
              <a:gd name="connsiteY6" fmla="*/ 1317719 h 4294217"/>
              <a:gd name="connsiteX7" fmla="*/ 78612 w 4012043"/>
              <a:gd name="connsiteY7" fmla="*/ 1007486 h 4294217"/>
              <a:gd name="connsiteX8" fmla="*/ 1217134 w 4012043"/>
              <a:gd name="connsiteY8" fmla="*/ 51565 h 4294217"/>
              <a:gd name="connsiteX9" fmla="*/ 1377852 w 4012043"/>
              <a:gd name="connsiteY9" fmla="*/ 837 h 4294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12043" h="4294217">
                <a:moveTo>
                  <a:pt x="1377852" y="837"/>
                </a:moveTo>
                <a:cubicBezTo>
                  <a:pt x="1433994" y="5732"/>
                  <a:pt x="1488268" y="32043"/>
                  <a:pt x="1527367" y="78612"/>
                </a:cubicBezTo>
                <a:lnTo>
                  <a:pt x="3960478" y="2976498"/>
                </a:lnTo>
                <a:cubicBezTo>
                  <a:pt x="4038678" y="3069635"/>
                  <a:pt x="4026568" y="3208532"/>
                  <a:pt x="3933431" y="3286731"/>
                </a:cubicBezTo>
                <a:lnTo>
                  <a:pt x="2794909" y="4242652"/>
                </a:lnTo>
                <a:cubicBezTo>
                  <a:pt x="2701772" y="4320852"/>
                  <a:pt x="2562875" y="4308743"/>
                  <a:pt x="2484676" y="4215605"/>
                </a:cubicBezTo>
                <a:lnTo>
                  <a:pt x="51565" y="1317719"/>
                </a:lnTo>
                <a:cubicBezTo>
                  <a:pt x="-26635" y="1224582"/>
                  <a:pt x="-14525" y="1085686"/>
                  <a:pt x="78612" y="1007486"/>
                </a:cubicBezTo>
                <a:lnTo>
                  <a:pt x="1217134" y="51565"/>
                </a:lnTo>
                <a:cubicBezTo>
                  <a:pt x="1263703" y="12465"/>
                  <a:pt x="1321711" y="-4057"/>
                  <a:pt x="1377852" y="83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61883F8-F22E-9F60-DA74-B583A3D4E3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14575" y="2741612"/>
            <a:ext cx="4013201" cy="4116388"/>
          </a:xfrm>
          <a:custGeom>
            <a:avLst/>
            <a:gdLst>
              <a:gd name="connsiteX0" fmla="*/ 1378251 w 4013201"/>
              <a:gd name="connsiteY0" fmla="*/ 838 h 4116388"/>
              <a:gd name="connsiteX1" fmla="*/ 1527809 w 4013201"/>
              <a:gd name="connsiteY1" fmla="*/ 78642 h 4116388"/>
              <a:gd name="connsiteX2" fmla="*/ 3961621 w 4013201"/>
              <a:gd name="connsiteY2" fmla="*/ 2977579 h 4116388"/>
              <a:gd name="connsiteX3" fmla="*/ 3934566 w 4013201"/>
              <a:gd name="connsiteY3" fmla="*/ 3287925 h 4116388"/>
              <a:gd name="connsiteX4" fmla="*/ 2947923 w 4013201"/>
              <a:gd name="connsiteY4" fmla="*/ 4116388 h 4116388"/>
              <a:gd name="connsiteX5" fmla="*/ 2400811 w 4013201"/>
              <a:gd name="connsiteY5" fmla="*/ 4116388 h 4116388"/>
              <a:gd name="connsiteX6" fmla="*/ 51581 w 4013201"/>
              <a:gd name="connsiteY6" fmla="*/ 1318198 h 4116388"/>
              <a:gd name="connsiteX7" fmla="*/ 78636 w 4013201"/>
              <a:gd name="connsiteY7" fmla="*/ 1007853 h 4116388"/>
              <a:gd name="connsiteX8" fmla="*/ 1217486 w 4013201"/>
              <a:gd name="connsiteY8" fmla="*/ 51585 h 4116388"/>
              <a:gd name="connsiteX9" fmla="*/ 1378251 w 4013201"/>
              <a:gd name="connsiteY9" fmla="*/ 838 h 4116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13201" h="4116388">
                <a:moveTo>
                  <a:pt x="1378251" y="838"/>
                </a:moveTo>
                <a:cubicBezTo>
                  <a:pt x="1434409" y="5735"/>
                  <a:pt x="1488698" y="32056"/>
                  <a:pt x="1527809" y="78642"/>
                </a:cubicBezTo>
                <a:lnTo>
                  <a:pt x="3961621" y="2977579"/>
                </a:lnTo>
                <a:cubicBezTo>
                  <a:pt x="4039844" y="3070750"/>
                  <a:pt x="4027730" y="3209697"/>
                  <a:pt x="3934566" y="3287925"/>
                </a:cubicBezTo>
                <a:lnTo>
                  <a:pt x="2947923" y="4116388"/>
                </a:lnTo>
                <a:lnTo>
                  <a:pt x="2400811" y="4116388"/>
                </a:lnTo>
                <a:lnTo>
                  <a:pt x="51581" y="1318198"/>
                </a:lnTo>
                <a:cubicBezTo>
                  <a:pt x="-26642" y="1225027"/>
                  <a:pt x="-14528" y="1086081"/>
                  <a:pt x="78636" y="1007853"/>
                </a:cubicBezTo>
                <a:lnTo>
                  <a:pt x="1217486" y="51585"/>
                </a:lnTo>
                <a:cubicBezTo>
                  <a:pt x="1264069" y="12471"/>
                  <a:pt x="1322093" y="-4057"/>
                  <a:pt x="1378251" y="83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DB8B4F6-B173-B303-8D0A-C6C5020918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6875" y="3851274"/>
            <a:ext cx="3982229" cy="3006726"/>
          </a:xfrm>
          <a:custGeom>
            <a:avLst/>
            <a:gdLst>
              <a:gd name="connsiteX0" fmla="*/ 1378250 w 3982229"/>
              <a:gd name="connsiteY0" fmla="*/ 838 h 3006726"/>
              <a:gd name="connsiteX1" fmla="*/ 1527808 w 3982229"/>
              <a:gd name="connsiteY1" fmla="*/ 78613 h 3006726"/>
              <a:gd name="connsiteX2" fmla="*/ 3961620 w 3982229"/>
              <a:gd name="connsiteY2" fmla="*/ 2976479 h 3006726"/>
              <a:gd name="connsiteX3" fmla="*/ 3982229 w 3982229"/>
              <a:gd name="connsiteY3" fmla="*/ 3006726 h 3006726"/>
              <a:gd name="connsiteX4" fmla="*/ 1470123 w 3982229"/>
              <a:gd name="connsiteY4" fmla="*/ 3006726 h 3006726"/>
              <a:gd name="connsiteX5" fmla="*/ 51580 w 3982229"/>
              <a:gd name="connsiteY5" fmla="*/ 1317711 h 3006726"/>
              <a:gd name="connsiteX6" fmla="*/ 78635 w 3982229"/>
              <a:gd name="connsiteY6" fmla="*/ 1007480 h 3006726"/>
              <a:gd name="connsiteX7" fmla="*/ 1217485 w 3982229"/>
              <a:gd name="connsiteY7" fmla="*/ 51566 h 3006726"/>
              <a:gd name="connsiteX8" fmla="*/ 1378250 w 3982229"/>
              <a:gd name="connsiteY8" fmla="*/ 838 h 3006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2229" h="3006726">
                <a:moveTo>
                  <a:pt x="1378250" y="838"/>
                </a:moveTo>
                <a:cubicBezTo>
                  <a:pt x="1434408" y="5733"/>
                  <a:pt x="1488697" y="32044"/>
                  <a:pt x="1527808" y="78613"/>
                </a:cubicBezTo>
                <a:lnTo>
                  <a:pt x="3961620" y="2976479"/>
                </a:lnTo>
                <a:lnTo>
                  <a:pt x="3982229" y="3006726"/>
                </a:lnTo>
                <a:lnTo>
                  <a:pt x="1470123" y="3006726"/>
                </a:lnTo>
                <a:lnTo>
                  <a:pt x="51580" y="1317711"/>
                </a:lnTo>
                <a:cubicBezTo>
                  <a:pt x="-26642" y="1224575"/>
                  <a:pt x="-14529" y="1085680"/>
                  <a:pt x="78635" y="1007480"/>
                </a:cubicBezTo>
                <a:lnTo>
                  <a:pt x="1217485" y="51566"/>
                </a:lnTo>
                <a:cubicBezTo>
                  <a:pt x="1264068" y="12466"/>
                  <a:pt x="1322092" y="-4056"/>
                  <a:pt x="1378250" y="83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1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5F8FCF4D-ECAC-5F67-4581-3E52655BAE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BA3BB5D-3FE4-37CC-E728-B47A522899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150" y="1133475"/>
            <a:ext cx="4029592" cy="4853639"/>
          </a:xfrm>
          <a:custGeom>
            <a:avLst/>
            <a:gdLst>
              <a:gd name="connsiteX0" fmla="*/ 0 w 4029592"/>
              <a:gd name="connsiteY0" fmla="*/ 0 h 4853639"/>
              <a:gd name="connsiteX1" fmla="*/ 4029592 w 4029592"/>
              <a:gd name="connsiteY1" fmla="*/ 0 h 4853639"/>
              <a:gd name="connsiteX2" fmla="*/ 4029592 w 4029592"/>
              <a:gd name="connsiteY2" fmla="*/ 3562352 h 4853639"/>
              <a:gd name="connsiteX3" fmla="*/ 3726122 w 4029592"/>
              <a:gd name="connsiteY3" fmla="*/ 3562352 h 4853639"/>
              <a:gd name="connsiteX4" fmla="*/ 3715894 w 4029592"/>
              <a:gd name="connsiteY4" fmla="*/ 3602130 h 4853639"/>
              <a:gd name="connsiteX5" fmla="*/ 2014796 w 4029592"/>
              <a:gd name="connsiteY5" fmla="*/ 4853639 h 4853639"/>
              <a:gd name="connsiteX6" fmla="*/ 313698 w 4029592"/>
              <a:gd name="connsiteY6" fmla="*/ 3602130 h 4853639"/>
              <a:gd name="connsiteX7" fmla="*/ 303470 w 4029592"/>
              <a:gd name="connsiteY7" fmla="*/ 3562352 h 4853639"/>
              <a:gd name="connsiteX8" fmla="*/ 0 w 4029592"/>
              <a:gd name="connsiteY8" fmla="*/ 3562352 h 485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9592" h="4853639">
                <a:moveTo>
                  <a:pt x="0" y="0"/>
                </a:moveTo>
                <a:lnTo>
                  <a:pt x="4029592" y="0"/>
                </a:lnTo>
                <a:lnTo>
                  <a:pt x="4029592" y="3562352"/>
                </a:lnTo>
                <a:lnTo>
                  <a:pt x="3726122" y="3562352"/>
                </a:lnTo>
                <a:lnTo>
                  <a:pt x="3715894" y="3602130"/>
                </a:lnTo>
                <a:cubicBezTo>
                  <a:pt x="3490377" y="4327191"/>
                  <a:pt x="2814065" y="4853639"/>
                  <a:pt x="2014796" y="4853639"/>
                </a:cubicBezTo>
                <a:cubicBezTo>
                  <a:pt x="1215527" y="4853639"/>
                  <a:pt x="539216" y="4327191"/>
                  <a:pt x="313698" y="3602130"/>
                </a:cubicBezTo>
                <a:lnTo>
                  <a:pt x="303470" y="3562352"/>
                </a:lnTo>
                <a:lnTo>
                  <a:pt x="0" y="356235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2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B3AB69-8C0A-CF32-3D26-F3FBA15DC5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9563" y="247650"/>
            <a:ext cx="11572875" cy="6362700"/>
          </a:xfrm>
          <a:custGeom>
            <a:avLst/>
            <a:gdLst>
              <a:gd name="connsiteX0" fmla="*/ 136544 w 11572875"/>
              <a:gd name="connsiteY0" fmla="*/ 0 h 6362700"/>
              <a:gd name="connsiteX1" fmla="*/ 11436331 w 11572875"/>
              <a:gd name="connsiteY1" fmla="*/ 0 h 6362700"/>
              <a:gd name="connsiteX2" fmla="*/ 11572875 w 11572875"/>
              <a:gd name="connsiteY2" fmla="*/ 136544 h 6362700"/>
              <a:gd name="connsiteX3" fmla="*/ 11572875 w 11572875"/>
              <a:gd name="connsiteY3" fmla="*/ 6226156 h 6362700"/>
              <a:gd name="connsiteX4" fmla="*/ 11436331 w 11572875"/>
              <a:gd name="connsiteY4" fmla="*/ 6362700 h 6362700"/>
              <a:gd name="connsiteX5" fmla="*/ 136544 w 11572875"/>
              <a:gd name="connsiteY5" fmla="*/ 6362700 h 6362700"/>
              <a:gd name="connsiteX6" fmla="*/ 0 w 11572875"/>
              <a:gd name="connsiteY6" fmla="*/ 6226156 h 6362700"/>
              <a:gd name="connsiteX7" fmla="*/ 0 w 11572875"/>
              <a:gd name="connsiteY7" fmla="*/ 136544 h 6362700"/>
              <a:gd name="connsiteX8" fmla="*/ 136544 w 11572875"/>
              <a:gd name="connsiteY8" fmla="*/ 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72875" h="6362700">
                <a:moveTo>
                  <a:pt x="136544" y="0"/>
                </a:moveTo>
                <a:lnTo>
                  <a:pt x="11436331" y="0"/>
                </a:lnTo>
                <a:cubicBezTo>
                  <a:pt x="11511742" y="0"/>
                  <a:pt x="11572875" y="61133"/>
                  <a:pt x="11572875" y="136544"/>
                </a:cubicBezTo>
                <a:lnTo>
                  <a:pt x="11572875" y="6226156"/>
                </a:lnTo>
                <a:cubicBezTo>
                  <a:pt x="11572875" y="6301567"/>
                  <a:pt x="11511742" y="6362700"/>
                  <a:pt x="11436331" y="6362700"/>
                </a:cubicBezTo>
                <a:lnTo>
                  <a:pt x="136544" y="6362700"/>
                </a:lnTo>
                <a:cubicBezTo>
                  <a:pt x="61133" y="6362700"/>
                  <a:pt x="0" y="6301567"/>
                  <a:pt x="0" y="6226156"/>
                </a:cubicBezTo>
                <a:lnTo>
                  <a:pt x="0" y="136544"/>
                </a:lnTo>
                <a:cubicBezTo>
                  <a:pt x="0" y="61133"/>
                  <a:pt x="61133" y="0"/>
                  <a:pt x="13654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2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FD710E-2401-1B59-1FC9-C455CB155676}"/>
              </a:ext>
            </a:extLst>
          </p:cNvPr>
          <p:cNvSpPr txBox="1"/>
          <p:nvPr userDrawn="1"/>
        </p:nvSpPr>
        <p:spPr>
          <a:xfrm>
            <a:off x="10401299" y="6360625"/>
            <a:ext cx="1495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+mj-lt"/>
              </a:rPr>
              <a:t>Page </a:t>
            </a:r>
            <a:fld id="{A02B6861-3023-404A-B031-7E5253074664}" type="slidenum">
              <a:rPr lang="en-US" sz="1200" smtClean="0">
                <a:solidFill>
                  <a:schemeClr val="tx1"/>
                </a:solidFill>
                <a:latin typeface="+mj-lt"/>
              </a:rPr>
              <a:t>‹#›</a:t>
            </a:fld>
            <a:endParaRPr lang="en-ID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6DA85-4D34-120F-B761-EEB52DC95268}"/>
              </a:ext>
            </a:extLst>
          </p:cNvPr>
          <p:cNvSpPr txBox="1"/>
          <p:nvPr userDrawn="1"/>
        </p:nvSpPr>
        <p:spPr>
          <a:xfrm>
            <a:off x="6177165" y="220376"/>
            <a:ext cx="100977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ID" sz="1200" dirty="0">
                <a:solidFill>
                  <a:schemeClr val="tx1"/>
                </a:solidFill>
                <a:latin typeface="+mj-lt"/>
              </a:rPr>
              <a:t>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0D3EF-5944-521F-FFC9-B4ECA87D2043}"/>
              </a:ext>
            </a:extLst>
          </p:cNvPr>
          <p:cNvSpPr txBox="1"/>
          <p:nvPr userDrawn="1"/>
        </p:nvSpPr>
        <p:spPr>
          <a:xfrm>
            <a:off x="7734456" y="220376"/>
            <a:ext cx="100977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ID" sz="1200" dirty="0">
                <a:solidFill>
                  <a:schemeClr val="tx1"/>
                </a:solidFill>
                <a:latin typeface="+mj-lt"/>
              </a:rPr>
              <a:t>About 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33C4B-C711-9160-F7E4-2DC3C26E7A3E}"/>
              </a:ext>
            </a:extLst>
          </p:cNvPr>
          <p:cNvSpPr txBox="1"/>
          <p:nvPr userDrawn="1"/>
        </p:nvSpPr>
        <p:spPr>
          <a:xfrm>
            <a:off x="9291747" y="220376"/>
            <a:ext cx="100977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ID" sz="1200" dirty="0">
                <a:solidFill>
                  <a:schemeClr val="tx1"/>
                </a:solidFill>
                <a:latin typeface="+mj-lt"/>
              </a:rPr>
              <a:t>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55162-C108-38A2-1EC3-8F2B1475C855}"/>
              </a:ext>
            </a:extLst>
          </p:cNvPr>
          <p:cNvSpPr txBox="1"/>
          <p:nvPr userDrawn="1"/>
        </p:nvSpPr>
        <p:spPr>
          <a:xfrm>
            <a:off x="10849038" y="220376"/>
            <a:ext cx="100977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ID" sz="1200" dirty="0">
                <a:solidFill>
                  <a:schemeClr val="tx1"/>
                </a:solidFill>
                <a:latin typeface="+mj-lt"/>
              </a:rPr>
              <a:t>Contact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12BDE-FC47-446E-F7CB-8D632F367748}"/>
              </a:ext>
            </a:extLst>
          </p:cNvPr>
          <p:cNvSpPr txBox="1"/>
          <p:nvPr userDrawn="1"/>
        </p:nvSpPr>
        <p:spPr>
          <a:xfrm>
            <a:off x="295273" y="6360625"/>
            <a:ext cx="3733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www.StartupPitch.com</a:t>
            </a:r>
            <a:endParaRPr lang="en-ID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6FEBE-6C96-EFA7-B057-D1228AC0A574}"/>
              </a:ext>
            </a:extLst>
          </p:cNvPr>
          <p:cNvSpPr txBox="1"/>
          <p:nvPr userDrawn="1"/>
        </p:nvSpPr>
        <p:spPr>
          <a:xfrm>
            <a:off x="333189" y="280560"/>
            <a:ext cx="35152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Startup Pitch</a:t>
            </a:r>
          </a:p>
        </p:txBody>
      </p:sp>
    </p:spTree>
    <p:extLst>
      <p:ext uri="{BB962C8B-B14F-4D97-AF65-F5344CB8AC3E}">
        <p14:creationId xmlns:p14="http://schemas.microsoft.com/office/powerpoint/2010/main" val="226438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Изображение выглядит как Графика, графическая вставка, графический дизайн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827746-ECB0-736B-D7F5-7F6959345D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667">
            <a:off x="164318" y="245439"/>
            <a:ext cx="8767579" cy="6017983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BCC1955-CA44-9A97-3915-4AA2D9D3990B}"/>
              </a:ext>
            </a:extLst>
          </p:cNvPr>
          <p:cNvSpPr/>
          <p:nvPr/>
        </p:nvSpPr>
        <p:spPr>
          <a:xfrm>
            <a:off x="3545640" y="1988898"/>
            <a:ext cx="4544008" cy="106874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8F16E1-4E31-4E89-D235-9926297D2DA3}"/>
              </a:ext>
            </a:extLst>
          </p:cNvPr>
          <p:cNvSpPr txBox="1"/>
          <p:nvPr/>
        </p:nvSpPr>
        <p:spPr>
          <a:xfrm>
            <a:off x="3545640" y="1916940"/>
            <a:ext cx="51007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Montserrat SemiBold" panose="00000700000000000000" pitchFamily="2" charset="-52"/>
              </a:rPr>
              <a:t>PROJECT</a:t>
            </a:r>
            <a:r>
              <a:rPr lang="en-US" sz="7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 </a:t>
            </a:r>
            <a:r>
              <a:rPr lang="en-US" sz="7200" dirty="0">
                <a:solidFill>
                  <a:schemeClr val="accent1"/>
                </a:solidFill>
                <a:latin typeface="Montserrat SemiBold" panose="00000700000000000000" pitchFamily="2" charset="-52"/>
              </a:rPr>
              <a:t>pitch day!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FF5D1-5AE7-7C12-AD94-86AE3D9BC17D}"/>
              </a:ext>
            </a:extLst>
          </p:cNvPr>
          <p:cNvSpPr txBox="1"/>
          <p:nvPr/>
        </p:nvSpPr>
        <p:spPr>
          <a:xfrm>
            <a:off x="-374114" y="114300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A0FCC2-80BD-F5AD-9565-E06AD2CB6630}"/>
              </a:ext>
            </a:extLst>
          </p:cNvPr>
          <p:cNvSpPr txBox="1"/>
          <p:nvPr/>
        </p:nvSpPr>
        <p:spPr>
          <a:xfrm>
            <a:off x="-374114" y="625783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308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FFB95B-5AAB-5E1C-2A7E-7DE79CA792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2B738D5-A0B5-A39D-C73A-B9401F445F27}"/>
              </a:ext>
            </a:extLst>
          </p:cNvPr>
          <p:cNvSpPr/>
          <p:nvPr/>
        </p:nvSpPr>
        <p:spPr>
          <a:xfrm>
            <a:off x="622299" y="1722784"/>
            <a:ext cx="4178300" cy="1430713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Графика, текст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5B00A9-FF45-FE3A-A9A0-9E4AEAA195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25778">
            <a:off x="8539352" y="-307523"/>
            <a:ext cx="12175746" cy="63662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052E25-37E2-B4B6-0120-9277EF1DCDF8}"/>
              </a:ext>
            </a:extLst>
          </p:cNvPr>
          <p:cNvSpPr txBox="1"/>
          <p:nvPr/>
        </p:nvSpPr>
        <p:spPr>
          <a:xfrm>
            <a:off x="688706" y="1956431"/>
            <a:ext cx="44860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1. Название проекта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2. Краткое описание продукта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E432E9-D50C-8969-5A0C-9E3881130DC1}"/>
              </a:ext>
            </a:extLst>
          </p:cNvPr>
          <p:cNvSpPr txBox="1"/>
          <p:nvPr/>
        </p:nvSpPr>
        <p:spPr>
          <a:xfrm>
            <a:off x="-374114" y="114300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3A131-1139-E88F-D249-E1013F387C48}"/>
              </a:ext>
            </a:extLst>
          </p:cNvPr>
          <p:cNvSpPr txBox="1"/>
          <p:nvPr/>
        </p:nvSpPr>
        <p:spPr>
          <a:xfrm>
            <a:off x="-485507" y="625783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1DA11-2E5E-FD7D-62A8-E29640ADC8D3}"/>
              </a:ext>
            </a:extLst>
          </p:cNvPr>
          <p:cNvSpPr txBox="1"/>
          <p:nvPr/>
        </p:nvSpPr>
        <p:spPr>
          <a:xfrm>
            <a:off x="622299" y="431800"/>
            <a:ext cx="44860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Содержание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1B92AB3-9E90-0077-7A91-B5C39E3D7327}"/>
              </a:ext>
            </a:extLst>
          </p:cNvPr>
          <p:cNvSpPr/>
          <p:nvPr/>
        </p:nvSpPr>
        <p:spPr>
          <a:xfrm>
            <a:off x="3692793" y="3980228"/>
            <a:ext cx="4806414" cy="1520435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901CB55E-57B3-5F6C-4758-A2F242E11F3B}"/>
              </a:ext>
            </a:extLst>
          </p:cNvPr>
          <p:cNvSpPr/>
          <p:nvPr/>
        </p:nvSpPr>
        <p:spPr>
          <a:xfrm>
            <a:off x="6572786" y="1726047"/>
            <a:ext cx="4806414" cy="1430713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265085-CC74-E783-6386-3EECCB68A1DB}"/>
              </a:ext>
            </a:extLst>
          </p:cNvPr>
          <p:cNvSpPr txBox="1"/>
          <p:nvPr/>
        </p:nvSpPr>
        <p:spPr>
          <a:xfrm>
            <a:off x="6639193" y="1988644"/>
            <a:ext cx="4806414" cy="87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3. Целевая аудитория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/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 пользователи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4. Проблема, которую решает проект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3FCD1C-7D83-268A-9EE2-7E02D3FE3F4C}"/>
              </a:ext>
            </a:extLst>
          </p:cNvPr>
          <p:cNvSpPr txBox="1"/>
          <p:nvPr/>
        </p:nvSpPr>
        <p:spPr>
          <a:xfrm>
            <a:off x="3832554" y="4083107"/>
            <a:ext cx="4991100" cy="129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5. Основное решение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(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key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feature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)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ontserrat Medium" panose="00000600000000000000" pitchFamily="2" charset="-5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6. Ожидаемый результат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/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польза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7. Фиксация ролей за участниками</a:t>
            </a:r>
            <a:endParaRPr lang="ru-RU" dirty="0">
              <a:latin typeface="Montserrat Medium" panose="000006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0512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1C4E6B-37DB-BC69-29DD-A5704F0DC7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 descr="Изображение выглядит как Графика, текст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FB9A6D5-C832-E9DE-0B71-F0F077A7FD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13857">
            <a:off x="-8027136" y="2821021"/>
            <a:ext cx="14206601" cy="7428120"/>
          </a:xfrm>
          <a:prstGeom prst="rect">
            <a:avLst/>
          </a:prstGeom>
        </p:spPr>
      </p:pic>
      <p:sp>
        <p:nvSpPr>
          <p:cNvPr id="10" name="Oval 11">
            <a:extLst>
              <a:ext uri="{FF2B5EF4-FFF2-40B4-BE49-F238E27FC236}">
                <a16:creationId xmlns:a16="http://schemas.microsoft.com/office/drawing/2014/main" id="{BA070531-FDDE-50D9-267A-77137E9C0C80}"/>
              </a:ext>
            </a:extLst>
          </p:cNvPr>
          <p:cNvSpPr/>
          <p:nvPr/>
        </p:nvSpPr>
        <p:spPr>
          <a:xfrm>
            <a:off x="3810000" y="600739"/>
            <a:ext cx="2714893" cy="7694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73351-BF95-A4CC-7C34-4C2B94D36B14}"/>
              </a:ext>
            </a:extLst>
          </p:cNvPr>
          <p:cNvSpPr txBox="1"/>
          <p:nvPr/>
        </p:nvSpPr>
        <p:spPr>
          <a:xfrm>
            <a:off x="762000" y="5773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Montserrat SemiBold" panose="00000700000000000000" pitchFamily="2" charset="-52"/>
              </a:rPr>
              <a:t>Название</a:t>
            </a:r>
            <a:r>
              <a:rPr lang="en-US" sz="4400" dirty="0">
                <a:solidFill>
                  <a:schemeClr val="bg1"/>
                </a:solidFill>
                <a:latin typeface="Montserrat SemiBold" panose="00000700000000000000" pitchFamily="2" charset="-52"/>
              </a:rPr>
              <a:t> </a:t>
            </a:r>
            <a:r>
              <a:rPr lang="ru-RU" sz="4400" dirty="0">
                <a:solidFill>
                  <a:schemeClr val="bg1"/>
                </a:solidFill>
                <a:latin typeface="Montserrat SemiBold" panose="00000700000000000000" pitchFamily="2" charset="-52"/>
              </a:rPr>
              <a:t>проекта</a:t>
            </a:r>
            <a:endParaRPr lang="en-US" sz="4400" dirty="0">
              <a:latin typeface="Montserrat SemiBold" panose="000007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04695-3C73-4749-C451-2D0E630744F3}"/>
              </a:ext>
            </a:extLst>
          </p:cNvPr>
          <p:cNvSpPr txBox="1"/>
          <p:nvPr/>
        </p:nvSpPr>
        <p:spPr>
          <a:xfrm>
            <a:off x="4451350" y="3013501"/>
            <a:ext cx="3289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/>
              <a:t>FinControl</a:t>
            </a:r>
            <a:endParaRPr lang="ru-RU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BD93D-5266-7C8F-A4AD-A58EBE6AAACA}"/>
              </a:ext>
            </a:extLst>
          </p:cNvPr>
          <p:cNvSpPr txBox="1"/>
          <p:nvPr/>
        </p:nvSpPr>
        <p:spPr>
          <a:xfrm>
            <a:off x="-374114" y="114300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pitch day pitch day pitch day pitch day pitch day pitch day pitch day pitch day pitch day pitch day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3151D1-13B1-ADB9-9C5B-E0C74BC187B9}"/>
              </a:ext>
            </a:extLst>
          </p:cNvPr>
          <p:cNvSpPr txBox="1"/>
          <p:nvPr/>
        </p:nvSpPr>
        <p:spPr>
          <a:xfrm>
            <a:off x="-374114" y="625783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pitch day pitch day pitch day pitch day pitch day pitch day pitch day pitch day pitch day pitch day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9D6EF-84F5-0411-73C1-90FBEA0F5252}"/>
              </a:ext>
            </a:extLst>
          </p:cNvPr>
          <p:cNvSpPr txBox="1"/>
          <p:nvPr/>
        </p:nvSpPr>
        <p:spPr>
          <a:xfrm rot="834564">
            <a:off x="3569848" y="2531499"/>
            <a:ext cx="342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“</a:t>
            </a:r>
            <a:endParaRPr lang="ru-RU" sz="6600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7CA89-9C3F-67B2-1B1C-C11DB0B59BC2}"/>
              </a:ext>
            </a:extLst>
          </p:cNvPr>
          <p:cNvSpPr txBox="1"/>
          <p:nvPr/>
        </p:nvSpPr>
        <p:spPr>
          <a:xfrm rot="11353806">
            <a:off x="8237746" y="3354001"/>
            <a:ext cx="342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“</a:t>
            </a:r>
            <a:endParaRPr lang="ru-RU" sz="6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9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06C7-54ED-8341-B35B-8D29CDE1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36003E4-5284-0AAB-DED0-8C4B574F12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E18313E-613E-4C09-F6FB-84BE8791B0F1}"/>
              </a:ext>
            </a:extLst>
          </p:cNvPr>
          <p:cNvSpPr/>
          <p:nvPr/>
        </p:nvSpPr>
        <p:spPr>
          <a:xfrm>
            <a:off x="428892" y="1428930"/>
            <a:ext cx="6303559" cy="3740125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071C64-3D0C-3042-1F6E-A9FC4921C647}"/>
              </a:ext>
            </a:extLst>
          </p:cNvPr>
          <p:cNvSpPr txBox="1"/>
          <p:nvPr/>
        </p:nvSpPr>
        <p:spPr>
          <a:xfrm>
            <a:off x="647698" y="1428929"/>
            <a:ext cx="6084754" cy="374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Приложение, которое отображает текущее финансовое состояние, прогнозирует бюджет и позволяет моделировать финансовые решения до их принятия. 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ru-RU" sz="2000" dirty="0">
              <a:latin typeface="Montserrat Medium" panose="00000600000000000000" pitchFamily="2" charset="-5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Основная идея — это помочь пользователю улучшить контроль над бюджетом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B1B9D-6F02-66DA-17F8-4F0BE595DD9F}"/>
              </a:ext>
            </a:extLst>
          </p:cNvPr>
          <p:cNvSpPr txBox="1"/>
          <p:nvPr/>
        </p:nvSpPr>
        <p:spPr>
          <a:xfrm>
            <a:off x="-374114" y="114300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FF4CAB-AD4E-6E6B-E85F-FA0F77A17FA5}"/>
              </a:ext>
            </a:extLst>
          </p:cNvPr>
          <p:cNvSpPr txBox="1"/>
          <p:nvPr/>
        </p:nvSpPr>
        <p:spPr>
          <a:xfrm>
            <a:off x="-485507" y="625783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96AAF-A172-3693-6385-7628A3282F9A}"/>
              </a:ext>
            </a:extLst>
          </p:cNvPr>
          <p:cNvSpPr txBox="1"/>
          <p:nvPr/>
        </p:nvSpPr>
        <p:spPr>
          <a:xfrm>
            <a:off x="622299" y="431800"/>
            <a:ext cx="67564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Montserrat SemiBold" panose="00000700000000000000" pitchFamily="2" charset="-52"/>
              </a:rPr>
              <a:t>Описание </a:t>
            </a:r>
            <a:r>
              <a:rPr lang="ru-RU" sz="4400" dirty="0">
                <a:latin typeface="Montserrat SemiBold" panose="00000700000000000000" pitchFamily="2" charset="-52"/>
              </a:rPr>
              <a:t>продукта</a:t>
            </a:r>
          </a:p>
        </p:txBody>
      </p:sp>
      <p:pic>
        <p:nvPicPr>
          <p:cNvPr id="8" name="Рисунок 7" descr="Монеты со сплошной заливкой">
            <a:extLst>
              <a:ext uri="{FF2B5EF4-FFF2-40B4-BE49-F238E27FC236}">
                <a16:creationId xmlns:a16="http://schemas.microsoft.com/office/drawing/2014/main" id="{6F8AC2F1-40E9-0213-A3EC-2898DB0276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4369" y="508000"/>
            <a:ext cx="6429464" cy="642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8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3F17-4FFB-41F6-9C24-E9EC636F8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541651-710C-6066-E545-1778FCD4D6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24A2B-EECC-AD8C-D78A-74E548FB4C74}"/>
              </a:ext>
            </a:extLst>
          </p:cNvPr>
          <p:cNvSpPr txBox="1"/>
          <p:nvPr/>
        </p:nvSpPr>
        <p:spPr>
          <a:xfrm>
            <a:off x="-374114" y="625783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pitch day pitch day pitch day pitch day pitch day pitch day pitch day pitch day pitch day pitch day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pic>
        <p:nvPicPr>
          <p:cNvPr id="16" name="Рисунок 15" descr="Изображение выглядит как одежда, книга, мультфильм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C8AC71-A9AB-F62F-91EB-4926E50AFB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0" t="1440" r="17612" b="19751"/>
          <a:stretch>
            <a:fillRect/>
          </a:stretch>
        </p:blipFill>
        <p:spPr>
          <a:xfrm>
            <a:off x="1346200" y="2146300"/>
            <a:ext cx="2565400" cy="4503951"/>
          </a:xfrm>
          <a:prstGeom prst="rect">
            <a:avLst/>
          </a:prstGeom>
          <a:effectLst>
            <a:softEdge rad="736600"/>
          </a:effectLst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73F8B1C-BBAE-B379-3D87-EC0BE05A215E}"/>
              </a:ext>
            </a:extLst>
          </p:cNvPr>
          <p:cNvSpPr/>
          <p:nvPr/>
        </p:nvSpPr>
        <p:spPr>
          <a:xfrm>
            <a:off x="1346200" y="2146300"/>
            <a:ext cx="2565400" cy="5174734"/>
          </a:xfrm>
          <a:prstGeom prst="roundRect">
            <a:avLst/>
          </a:prstGeom>
          <a:solidFill>
            <a:schemeClr val="accent2">
              <a:alpha val="21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одежда, человек, Человеческое лицо, джентльме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857854-795F-349D-116C-CFB2A079A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6" y="2437567"/>
            <a:ext cx="4200627" cy="4200627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D1D283C-BB1C-3ECC-C579-0B2AD4AE7A0E}"/>
              </a:ext>
            </a:extLst>
          </p:cNvPr>
          <p:cNvSpPr/>
          <p:nvPr/>
        </p:nvSpPr>
        <p:spPr>
          <a:xfrm>
            <a:off x="4813300" y="2159229"/>
            <a:ext cx="2565400" cy="5174734"/>
          </a:xfrm>
          <a:prstGeom prst="roundRect">
            <a:avLst/>
          </a:prstGeom>
          <a:solidFill>
            <a:schemeClr val="accent2">
              <a:alpha val="21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26696E89-B31E-0EB6-7CFB-647F50BB8068}"/>
              </a:ext>
            </a:extLst>
          </p:cNvPr>
          <p:cNvSpPr/>
          <p:nvPr/>
        </p:nvSpPr>
        <p:spPr>
          <a:xfrm>
            <a:off x="5168900" y="5160085"/>
            <a:ext cx="1846313" cy="106560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8D2EBD-F9CE-718E-A589-CEDCDB854472}"/>
              </a:ext>
            </a:extLst>
          </p:cNvPr>
          <p:cNvSpPr txBox="1"/>
          <p:nvPr/>
        </p:nvSpPr>
        <p:spPr>
          <a:xfrm>
            <a:off x="4695824" y="5189956"/>
            <a:ext cx="28003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Люди с регулярным доходом</a:t>
            </a:r>
          </a:p>
        </p:txBody>
      </p:sp>
      <p:pic>
        <p:nvPicPr>
          <p:cNvPr id="22" name="Рисунок 21" descr="Изображение выглядит как мультфильм, одежда, рисунок, обув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E77628-B465-4694-42B1-4C90C6C1A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2" t="50" r="20996" b="11789"/>
          <a:stretch>
            <a:fillRect/>
          </a:stretch>
        </p:blipFill>
        <p:spPr>
          <a:xfrm>
            <a:off x="8280399" y="2159229"/>
            <a:ext cx="2565401" cy="4198266"/>
          </a:xfrm>
          <a:prstGeom prst="rect">
            <a:avLst/>
          </a:prstGeom>
          <a:effectLst>
            <a:softEdge rad="520700"/>
          </a:effectLst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034963A-4F1E-7ECD-C66B-A1C374B1F07A}"/>
              </a:ext>
            </a:extLst>
          </p:cNvPr>
          <p:cNvSpPr/>
          <p:nvPr/>
        </p:nvSpPr>
        <p:spPr>
          <a:xfrm>
            <a:off x="8280400" y="2146300"/>
            <a:ext cx="2565400" cy="5174734"/>
          </a:xfrm>
          <a:prstGeom prst="roundRect">
            <a:avLst/>
          </a:prstGeom>
          <a:solidFill>
            <a:schemeClr val="accent2">
              <a:alpha val="21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19CA028-89A2-AC3F-799C-23D8C8F7C99A}"/>
              </a:ext>
            </a:extLst>
          </p:cNvPr>
          <p:cNvSpPr/>
          <p:nvPr/>
        </p:nvSpPr>
        <p:spPr>
          <a:xfrm>
            <a:off x="8551914" y="4978400"/>
            <a:ext cx="2077986" cy="163150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3F663-0E35-24B0-F117-DB46B90E05C4}"/>
              </a:ext>
            </a:extLst>
          </p:cNvPr>
          <p:cNvSpPr txBox="1"/>
          <p:nvPr/>
        </p:nvSpPr>
        <p:spPr>
          <a:xfrm>
            <a:off x="8105007" y="4405295"/>
            <a:ext cx="299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dirty="0">
              <a:latin typeface="Montserrat Medium" panose="00000600000000000000" pitchFamily="2" charset="-52"/>
            </a:endParaRPr>
          </a:p>
          <a:p>
            <a:endParaRPr lang="ru-RU" sz="2400" dirty="0">
              <a:latin typeface="Montserrat Medium" panose="00000600000000000000" pitchFamily="2" charset="-52"/>
            </a:endParaRP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Люди, планирующие финансовые решения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7B30C9F5-0308-FAD2-CD23-6BE33CDA2784}"/>
              </a:ext>
            </a:extLst>
          </p:cNvPr>
          <p:cNvSpPr/>
          <p:nvPr/>
        </p:nvSpPr>
        <p:spPr>
          <a:xfrm>
            <a:off x="1924049" y="5453072"/>
            <a:ext cx="1462804" cy="5523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94A62-6FD5-708F-1193-D46A83A53205}"/>
              </a:ext>
            </a:extLst>
          </p:cNvPr>
          <p:cNvSpPr txBox="1"/>
          <p:nvPr/>
        </p:nvSpPr>
        <p:spPr>
          <a:xfrm>
            <a:off x="1924049" y="5497732"/>
            <a:ext cx="198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Студенты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5C419AC-3F5E-3F53-13D9-2AB054051944}"/>
              </a:ext>
            </a:extLst>
          </p:cNvPr>
          <p:cNvSpPr/>
          <p:nvPr/>
        </p:nvSpPr>
        <p:spPr>
          <a:xfrm>
            <a:off x="3568700" y="920993"/>
            <a:ext cx="3200400" cy="26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9F7D8C-E95F-A9C3-18C9-F0AF71C7EEBA}"/>
              </a:ext>
            </a:extLst>
          </p:cNvPr>
          <p:cNvSpPr txBox="1"/>
          <p:nvPr/>
        </p:nvSpPr>
        <p:spPr>
          <a:xfrm>
            <a:off x="762000" y="577334"/>
            <a:ext cx="7010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Montserrat SemiBold" panose="00000700000000000000" pitchFamily="2" charset="-52"/>
              </a:rPr>
              <a:t>Целевая </a:t>
            </a:r>
            <a:r>
              <a:rPr lang="ru-RU" sz="4400" dirty="0">
                <a:solidFill>
                  <a:schemeClr val="bg1"/>
                </a:solidFill>
                <a:latin typeface="Montserrat SemiBold" panose="00000700000000000000" pitchFamily="2" charset="-52"/>
              </a:rPr>
              <a:t>аудитория</a:t>
            </a:r>
            <a:endParaRPr lang="en-US" sz="4400" dirty="0">
              <a:solidFill>
                <a:schemeClr val="bg1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32ED0-8F60-F00C-627D-682078F519E1}"/>
              </a:ext>
            </a:extLst>
          </p:cNvPr>
          <p:cNvSpPr txBox="1"/>
          <p:nvPr/>
        </p:nvSpPr>
        <p:spPr>
          <a:xfrm>
            <a:off x="-374114" y="114300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pitch day pitch day pitch day pitch day pitch day pitch day pitch day pitch day pitch day pitch day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9" name="Звезда: 5 точек 28">
            <a:extLst>
              <a:ext uri="{FF2B5EF4-FFF2-40B4-BE49-F238E27FC236}">
                <a16:creationId xmlns:a16="http://schemas.microsoft.com/office/drawing/2014/main" id="{4AE01B41-3192-9C06-D614-0C04233DEC82}"/>
              </a:ext>
            </a:extLst>
          </p:cNvPr>
          <p:cNvSpPr/>
          <p:nvPr/>
        </p:nvSpPr>
        <p:spPr>
          <a:xfrm rot="20222119">
            <a:off x="1016216" y="1805856"/>
            <a:ext cx="771526" cy="710367"/>
          </a:xfrm>
          <a:prstGeom prst="star5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Звезда: 5 точек 29">
            <a:extLst>
              <a:ext uri="{FF2B5EF4-FFF2-40B4-BE49-F238E27FC236}">
                <a16:creationId xmlns:a16="http://schemas.microsoft.com/office/drawing/2014/main" id="{0A019CDE-B313-1951-EA10-4046EB2F598F}"/>
              </a:ext>
            </a:extLst>
          </p:cNvPr>
          <p:cNvSpPr/>
          <p:nvPr/>
        </p:nvSpPr>
        <p:spPr>
          <a:xfrm rot="20222119">
            <a:off x="10460036" y="4357228"/>
            <a:ext cx="771526" cy="710367"/>
          </a:xfrm>
          <a:prstGeom prst="star5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18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9771-4AD1-0C87-1ADC-E1D84BC1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274C5B-CEDB-9C34-0AE0-D2EC8DEB83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49F9FA8-B252-AE5A-BC1E-6EB714F0688B}"/>
              </a:ext>
            </a:extLst>
          </p:cNvPr>
          <p:cNvSpPr/>
          <p:nvPr/>
        </p:nvSpPr>
        <p:spPr>
          <a:xfrm>
            <a:off x="622299" y="2231042"/>
            <a:ext cx="5003801" cy="1678578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23862-C007-0222-E70F-9192FB84DE90}"/>
              </a:ext>
            </a:extLst>
          </p:cNvPr>
          <p:cNvSpPr txBox="1"/>
          <p:nvPr/>
        </p:nvSpPr>
        <p:spPr>
          <a:xfrm rot="1177126">
            <a:off x="5100055" y="1311113"/>
            <a:ext cx="11049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>
                <a:solidFill>
                  <a:schemeClr val="bg1"/>
                </a:solidFill>
                <a:latin typeface="Arial Black" panose="020B0A04020102020204" pitchFamily="34" charset="0"/>
              </a:rPr>
              <a:t>!</a:t>
            </a:r>
            <a:endParaRPr lang="ru-RU" sz="239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2B1B62-E850-E55B-D350-E0E793020DA8}"/>
              </a:ext>
            </a:extLst>
          </p:cNvPr>
          <p:cNvSpPr txBox="1"/>
          <p:nvPr/>
        </p:nvSpPr>
        <p:spPr>
          <a:xfrm>
            <a:off x="622299" y="2231042"/>
            <a:ext cx="6084754" cy="143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Люди не всегда следят за своими расходами и не прогнозируют свой бюджет.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BFE9E1-AD39-743F-666C-913EA0D283DC}"/>
              </a:ext>
            </a:extLst>
          </p:cNvPr>
          <p:cNvSpPr txBox="1"/>
          <p:nvPr/>
        </p:nvSpPr>
        <p:spPr>
          <a:xfrm>
            <a:off x="-374114" y="114300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3495A-A945-6999-65CF-2D00461970F1}"/>
              </a:ext>
            </a:extLst>
          </p:cNvPr>
          <p:cNvSpPr txBox="1"/>
          <p:nvPr/>
        </p:nvSpPr>
        <p:spPr>
          <a:xfrm>
            <a:off x="-485507" y="625783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80F3A59A-0D28-E8B1-7AC9-2DE69A9C5996}"/>
              </a:ext>
            </a:extLst>
          </p:cNvPr>
          <p:cNvSpPr/>
          <p:nvPr/>
        </p:nvSpPr>
        <p:spPr>
          <a:xfrm>
            <a:off x="3664676" y="614779"/>
            <a:ext cx="3345724" cy="522882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E984E-2E17-C75F-11C2-2B2163662E34}"/>
              </a:ext>
            </a:extLst>
          </p:cNvPr>
          <p:cNvSpPr txBox="1"/>
          <p:nvPr/>
        </p:nvSpPr>
        <p:spPr>
          <a:xfrm>
            <a:off x="622299" y="431800"/>
            <a:ext cx="67564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Montserrat SemiBold" panose="00000700000000000000" pitchFamily="2" charset="-52"/>
              </a:rPr>
              <a:t>Основная проблема</a:t>
            </a:r>
          </a:p>
        </p:txBody>
      </p:sp>
    </p:spTree>
    <p:extLst>
      <p:ext uri="{BB962C8B-B14F-4D97-AF65-F5344CB8AC3E}">
        <p14:creationId xmlns:p14="http://schemas.microsoft.com/office/powerpoint/2010/main" val="263370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A4738-A2BE-F29D-9C43-1668754E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1843494-E37B-9547-617F-DD0E9D4811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0C5749E-CB96-E98B-25DF-F57793E4E7CD}"/>
              </a:ext>
            </a:extLst>
          </p:cNvPr>
          <p:cNvSpPr/>
          <p:nvPr/>
        </p:nvSpPr>
        <p:spPr>
          <a:xfrm>
            <a:off x="4006850" y="947301"/>
            <a:ext cx="2736850" cy="3203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E8241-B355-D5B6-B897-53140AFBCA74}"/>
              </a:ext>
            </a:extLst>
          </p:cNvPr>
          <p:cNvSpPr txBox="1"/>
          <p:nvPr/>
        </p:nvSpPr>
        <p:spPr>
          <a:xfrm>
            <a:off x="762000" y="5773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Montserrat SemiBold" panose="00000700000000000000" pitchFamily="2" charset="-52"/>
              </a:rPr>
              <a:t>Основное</a:t>
            </a:r>
            <a:r>
              <a:rPr lang="ru-RU" sz="4400" dirty="0">
                <a:latin typeface="Montserrat SemiBold" panose="00000700000000000000" pitchFamily="2" charset="-52"/>
              </a:rPr>
              <a:t> решение</a:t>
            </a:r>
            <a:endParaRPr lang="en-US" sz="4400" dirty="0">
              <a:latin typeface="Montserrat SemiBold" panose="000007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0AF8E-AF30-1EAC-F165-32B24F1A6A3E}"/>
              </a:ext>
            </a:extLst>
          </p:cNvPr>
          <p:cNvSpPr txBox="1"/>
          <p:nvPr/>
        </p:nvSpPr>
        <p:spPr>
          <a:xfrm>
            <a:off x="762000" y="2274838"/>
            <a:ext cx="50736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 Medium" panose="00000600000000000000" pitchFamily="2" charset="-52"/>
              </a:rPr>
              <a:t>Мы предлагаем сценарии моделирования бюджета. Пользователь вводит свои данные и видит, как меняется его финансовое состояние при различных действиях.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9B6AA4-322D-7634-8A69-3C559D61BE49}"/>
              </a:ext>
            </a:extLst>
          </p:cNvPr>
          <p:cNvSpPr txBox="1"/>
          <p:nvPr/>
        </p:nvSpPr>
        <p:spPr>
          <a:xfrm>
            <a:off x="-374114" y="146446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pitch day pitch day pitch day pitch day pitch day pitch day pitch day pitch day pitch day pitch day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3F5F0-4EDD-5948-08F2-4A4BE62B3148}"/>
              </a:ext>
            </a:extLst>
          </p:cNvPr>
          <p:cNvSpPr txBox="1"/>
          <p:nvPr/>
        </p:nvSpPr>
        <p:spPr>
          <a:xfrm>
            <a:off x="-374114" y="623500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pitch day pitch day pitch day pitch day pitch day pitch day pitch day pitch day pitch day pitch day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5E504-BEE1-EB93-33D9-D1D314CC5B96}"/>
              </a:ext>
            </a:extLst>
          </p:cNvPr>
          <p:cNvSpPr txBox="1"/>
          <p:nvPr/>
        </p:nvSpPr>
        <p:spPr>
          <a:xfrm rot="596473">
            <a:off x="6858000" y="-289858"/>
            <a:ext cx="3863975" cy="772519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ru-RU" sz="49600" dirty="0">
                <a:solidFill>
                  <a:schemeClr val="tx1">
                    <a:alpha val="24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5468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DC5C5-8E3A-9628-A058-B203E8F9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0AF043A-B3C9-D124-BD65-E6C4BE5F81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pic>
        <p:nvPicPr>
          <p:cNvPr id="8" name="Рисунок 7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5215113A-5A9F-6E61-EB1B-EC7305A2FF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67245">
            <a:off x="-2222206" y="399974"/>
            <a:ext cx="8335137" cy="8335137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6FDBBF04-F2F1-7066-7564-6E5DEAF9E9C8}"/>
              </a:ext>
            </a:extLst>
          </p:cNvPr>
          <p:cNvSpPr/>
          <p:nvPr/>
        </p:nvSpPr>
        <p:spPr>
          <a:xfrm>
            <a:off x="3628662" y="2742763"/>
            <a:ext cx="4893038" cy="1435537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EE1BE-BB3C-6F9C-F8E3-871DE9FB4D4C}"/>
              </a:ext>
            </a:extLst>
          </p:cNvPr>
          <p:cNvSpPr txBox="1"/>
          <p:nvPr/>
        </p:nvSpPr>
        <p:spPr>
          <a:xfrm>
            <a:off x="3897131" y="2856151"/>
            <a:ext cx="4397738" cy="1145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Medium" panose="00000600000000000000" pitchFamily="2" charset="-52"/>
              </a:rPr>
              <a:t>Повышение финансовой грамотности.</a:t>
            </a:r>
            <a:endParaRPr lang="ru-RU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97A67-56DB-7E3D-1BD8-14E67BCA8C04}"/>
              </a:ext>
            </a:extLst>
          </p:cNvPr>
          <p:cNvSpPr txBox="1"/>
          <p:nvPr/>
        </p:nvSpPr>
        <p:spPr>
          <a:xfrm>
            <a:off x="-374114" y="114300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532E8D-2B63-5703-1275-6CF530D1AEBB}"/>
              </a:ext>
            </a:extLst>
          </p:cNvPr>
          <p:cNvSpPr txBox="1"/>
          <p:nvPr/>
        </p:nvSpPr>
        <p:spPr>
          <a:xfrm>
            <a:off x="-485507" y="625783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C45AE-D71C-4D19-E88C-B97B0F34BE64}"/>
              </a:ext>
            </a:extLst>
          </p:cNvPr>
          <p:cNvSpPr txBox="1"/>
          <p:nvPr/>
        </p:nvSpPr>
        <p:spPr>
          <a:xfrm>
            <a:off x="622299" y="431800"/>
            <a:ext cx="79883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Montserrat SemiBold" panose="00000700000000000000" pitchFamily="2" charset="-52"/>
              </a:rPr>
              <a:t>Ожидаемый </a:t>
            </a:r>
            <a:r>
              <a:rPr lang="ru-RU" sz="44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результат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C8BB6-F998-B369-30FB-4E4915D2F86D}"/>
              </a:ext>
            </a:extLst>
          </p:cNvPr>
          <p:cNvSpPr txBox="1"/>
          <p:nvPr/>
        </p:nvSpPr>
        <p:spPr>
          <a:xfrm rot="11353806">
            <a:off x="8595577" y="3439219"/>
            <a:ext cx="342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“</a:t>
            </a:r>
            <a:endParaRPr lang="ru-RU" sz="6600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8B43C3-ED13-AA93-BA8A-95499E5DC9CC}"/>
              </a:ext>
            </a:extLst>
          </p:cNvPr>
          <p:cNvSpPr txBox="1"/>
          <p:nvPr/>
        </p:nvSpPr>
        <p:spPr>
          <a:xfrm rot="1560467">
            <a:off x="3160519" y="2075376"/>
            <a:ext cx="342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“</a:t>
            </a:r>
            <a:endParaRPr lang="ru-RU" sz="6600" dirty="0">
              <a:latin typeface="Arial Black" panose="020B0A04020102020204" pitchFamily="34" charset="0"/>
            </a:endParaRPr>
          </a:p>
        </p:txBody>
      </p:sp>
      <p:pic>
        <p:nvPicPr>
          <p:cNvPr id="9" name="Graphic 6">
            <a:extLst>
              <a:ext uri="{FF2B5EF4-FFF2-40B4-BE49-F238E27FC236}">
                <a16:creationId xmlns:a16="http://schemas.microsoft.com/office/drawing/2014/main" id="{69EF4E7C-0EEA-90FB-53CA-8549EA19E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315839"/>
            <a:ext cx="12192000" cy="384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8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F9EDF-6CF7-B514-13E0-9F79D315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4F2B93-D6C7-FFB6-86F0-6FC904B708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8" name="Рисунок 37" descr="Подключения со сплошной заливкой">
            <a:extLst>
              <a:ext uri="{FF2B5EF4-FFF2-40B4-BE49-F238E27FC236}">
                <a16:creationId xmlns:a16="http://schemas.microsoft.com/office/drawing/2014/main" id="{C43CB493-41A1-5CD7-3CF0-52184CBAF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451" y="-2328846"/>
            <a:ext cx="11773098" cy="11773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BA9D0A-9404-15A0-D583-B009BB6DCF79}"/>
              </a:ext>
            </a:extLst>
          </p:cNvPr>
          <p:cNvSpPr txBox="1"/>
          <p:nvPr/>
        </p:nvSpPr>
        <p:spPr>
          <a:xfrm>
            <a:off x="762000" y="5773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Montserrat SemiBold" panose="00000700000000000000" pitchFamily="2" charset="-52"/>
              </a:rPr>
              <a:t>Фиксация ролей</a:t>
            </a:r>
            <a:endParaRPr lang="en-US" sz="4400" dirty="0">
              <a:latin typeface="Montserrat SemiBold" panose="000007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17D2D-5CD4-753B-CEF7-71F717A1B855}"/>
              </a:ext>
            </a:extLst>
          </p:cNvPr>
          <p:cNvSpPr txBox="1"/>
          <p:nvPr/>
        </p:nvSpPr>
        <p:spPr>
          <a:xfrm>
            <a:off x="762000" y="1924109"/>
            <a:ext cx="5073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 Medium" panose="00000600000000000000" pitchFamily="2" charset="-52"/>
              </a:rPr>
              <a:t>Product Leader — </a:t>
            </a:r>
            <a:r>
              <a:rPr lang="ru-RU" sz="2400" dirty="0">
                <a:latin typeface="Montserrat Medium" panose="00000600000000000000" pitchFamily="2" charset="-52"/>
              </a:rPr>
              <a:t>Дима</a:t>
            </a:r>
            <a:r>
              <a:rPr lang="en-US" sz="2400" dirty="0">
                <a:latin typeface="Montserrat Medium" panose="00000600000000000000" pitchFamily="2" charset="-5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63647-3C7B-1FD3-1B16-0B3AF7009A4B}"/>
              </a:ext>
            </a:extLst>
          </p:cNvPr>
          <p:cNvSpPr txBox="1"/>
          <p:nvPr/>
        </p:nvSpPr>
        <p:spPr>
          <a:xfrm>
            <a:off x="-374114" y="146446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pitch day pitch day pitch day pitch day pitch day pitch day pitch day pitch day pitch day pitch day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F654F-FFE4-7BD0-DB58-0629E94402D3}"/>
              </a:ext>
            </a:extLst>
          </p:cNvPr>
          <p:cNvSpPr txBox="1"/>
          <p:nvPr/>
        </p:nvSpPr>
        <p:spPr>
          <a:xfrm>
            <a:off x="-374114" y="623500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pitch day pitch day pitch day pitch day pitch day pitch day pitch day pitch day pitch day pitch day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8DE92-C589-EB55-BD8B-679F7FEA83F9}"/>
              </a:ext>
            </a:extLst>
          </p:cNvPr>
          <p:cNvSpPr txBox="1"/>
          <p:nvPr/>
        </p:nvSpPr>
        <p:spPr>
          <a:xfrm>
            <a:off x="7716837" y="1924108"/>
            <a:ext cx="3222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ontserrat Medium" panose="00000600000000000000" pitchFamily="2" charset="-52"/>
              </a:rPr>
              <a:t>Developer — </a:t>
            </a:r>
            <a:r>
              <a:rPr lang="en-US" sz="2400" dirty="0" err="1">
                <a:latin typeface="Montserrat Medium" panose="00000600000000000000" pitchFamily="2" charset="-52"/>
              </a:rPr>
              <a:t>Влад</a:t>
            </a:r>
            <a:r>
              <a:rPr lang="en-US" sz="2400" dirty="0">
                <a:latin typeface="Montserrat Medium" panose="00000600000000000000" pitchFamily="2" charset="-52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868479-054C-7423-7541-F1FFB4E0188D}"/>
              </a:ext>
            </a:extLst>
          </p:cNvPr>
          <p:cNvSpPr txBox="1"/>
          <p:nvPr/>
        </p:nvSpPr>
        <p:spPr>
          <a:xfrm>
            <a:off x="1166812" y="4241394"/>
            <a:ext cx="4149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ontserrat Medium" panose="00000600000000000000" pitchFamily="2" charset="-52"/>
              </a:rPr>
              <a:t>Analyst — </a:t>
            </a:r>
            <a:r>
              <a:rPr lang="en-US" sz="2400" dirty="0" err="1">
                <a:latin typeface="Montserrat Medium" panose="00000600000000000000" pitchFamily="2" charset="-52"/>
              </a:rPr>
              <a:t>Настя</a:t>
            </a:r>
            <a:r>
              <a:rPr lang="en-US" sz="2400" dirty="0">
                <a:latin typeface="Montserrat Medium" panose="00000600000000000000" pitchFamily="2" charset="-52"/>
              </a:rPr>
              <a:t> &amp; </a:t>
            </a:r>
            <a:r>
              <a:rPr lang="en-US" sz="2400" dirty="0" err="1">
                <a:latin typeface="Montserrat Medium" panose="00000600000000000000" pitchFamily="2" charset="-52"/>
              </a:rPr>
              <a:t>Вика</a:t>
            </a:r>
            <a:r>
              <a:rPr lang="en-US" sz="2400" dirty="0">
                <a:latin typeface="Montserrat Medium" panose="00000600000000000000" pitchFamily="2" charset="-5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DC11D-01FB-6D22-9354-E8B3B573F964}"/>
              </a:ext>
            </a:extLst>
          </p:cNvPr>
          <p:cNvSpPr txBox="1"/>
          <p:nvPr/>
        </p:nvSpPr>
        <p:spPr>
          <a:xfrm>
            <a:off x="7297737" y="4241394"/>
            <a:ext cx="3641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ontserrat Medium" panose="00000600000000000000" pitchFamily="2" charset="-52"/>
              </a:rPr>
              <a:t>Designer — </a:t>
            </a:r>
            <a:r>
              <a:rPr lang="en-US" sz="2400" dirty="0" err="1">
                <a:latin typeface="Montserrat Medium" panose="00000600000000000000" pitchFamily="2" charset="-52"/>
              </a:rPr>
              <a:t>Алтана</a:t>
            </a:r>
            <a:endParaRPr lang="ru-RU" sz="2400" dirty="0">
              <a:latin typeface="Montserrat Medium" panose="00000600000000000000" pitchFamily="2" charset="-52"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2E581BA-E738-DD56-4CBA-21587FC1F0F5}"/>
              </a:ext>
            </a:extLst>
          </p:cNvPr>
          <p:cNvCxnSpPr>
            <a:cxnSpLocks/>
          </p:cNvCxnSpPr>
          <p:nvPr/>
        </p:nvCxnSpPr>
        <p:spPr>
          <a:xfrm>
            <a:off x="4737100" y="2336884"/>
            <a:ext cx="800100" cy="72588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5495B57-015D-7487-66FB-1D45D40A32E0}"/>
              </a:ext>
            </a:extLst>
          </p:cNvPr>
          <p:cNvCxnSpPr>
            <a:cxnSpLocks/>
          </p:cNvCxnSpPr>
          <p:nvPr/>
        </p:nvCxnSpPr>
        <p:spPr>
          <a:xfrm flipV="1">
            <a:off x="5537200" y="2216454"/>
            <a:ext cx="2179637" cy="85288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DDA2699-E9CF-17F5-5BE6-65791F0B5FB4}"/>
              </a:ext>
            </a:extLst>
          </p:cNvPr>
          <p:cNvCxnSpPr>
            <a:cxnSpLocks/>
            <a:endCxn id="12" idx="1"/>
          </p:cNvCxnSpPr>
          <p:nvPr/>
        </p:nvCxnSpPr>
        <p:spPr>
          <a:xfrm flipH="1">
            <a:off x="7297737" y="2249281"/>
            <a:ext cx="419100" cy="222294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B4FE023-AB85-8088-20A8-F3F4904E92C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5690652" y="3818374"/>
            <a:ext cx="1607085" cy="65385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8BAC8A4D-586F-2769-B4D5-CC0ADD93DCF6}"/>
              </a:ext>
            </a:extLst>
          </p:cNvPr>
          <p:cNvCxnSpPr>
            <a:cxnSpLocks/>
          </p:cNvCxnSpPr>
          <p:nvPr/>
        </p:nvCxnSpPr>
        <p:spPr>
          <a:xfrm flipH="1">
            <a:off x="3241674" y="2307340"/>
            <a:ext cx="1495426" cy="184121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1035E8C2-EBD8-B559-DAED-3D3BCDABBB93}"/>
              </a:ext>
            </a:extLst>
          </p:cNvPr>
          <p:cNvCxnSpPr>
            <a:cxnSpLocks/>
          </p:cNvCxnSpPr>
          <p:nvPr/>
        </p:nvCxnSpPr>
        <p:spPr>
          <a:xfrm flipV="1">
            <a:off x="3298825" y="3818374"/>
            <a:ext cx="2391827" cy="26860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6" name="Рисунок 35" descr="Закрепить со сплошной заливкой">
            <a:extLst>
              <a:ext uri="{FF2B5EF4-FFF2-40B4-BE49-F238E27FC236}">
                <a16:creationId xmlns:a16="http://schemas.microsoft.com/office/drawing/2014/main" id="{A0AC8716-4C9F-B7C7-3820-3D9A859DD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930901" y="376559"/>
            <a:ext cx="92709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3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7D13CE-50E6-637F-0772-A747CEA9A58B}"/>
              </a:ext>
            </a:extLst>
          </p:cNvPr>
          <p:cNvSpPr/>
          <p:nvPr/>
        </p:nvSpPr>
        <p:spPr>
          <a:xfrm>
            <a:off x="2216736" y="2711449"/>
            <a:ext cx="4222166" cy="106725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B2695-047D-9B7D-9419-9366058155A7}"/>
              </a:ext>
            </a:extLst>
          </p:cNvPr>
          <p:cNvSpPr txBox="1"/>
          <p:nvPr/>
        </p:nvSpPr>
        <p:spPr>
          <a:xfrm>
            <a:off x="2216736" y="2459505"/>
            <a:ext cx="7758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Montserrat SemiBold" panose="00000700000000000000" pitchFamily="2" charset="-52"/>
              </a:rPr>
              <a:t>Thank</a:t>
            </a:r>
            <a:r>
              <a:rPr lang="en-US" sz="9600" dirty="0">
                <a:latin typeface="Montserrat SemiBold" panose="00000700000000000000" pitchFamily="2" charset="-52"/>
              </a:rPr>
              <a:t> You!</a:t>
            </a:r>
            <a:r>
              <a:rPr lang="en-US" sz="9600" dirty="0">
                <a:solidFill>
                  <a:schemeClr val="bg1"/>
                </a:solidFill>
                <a:latin typeface="Montserrat SemiBold" panose="00000700000000000000" pitchFamily="2" charset="-52"/>
              </a:rPr>
              <a:t>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26082-67E6-33E8-6098-E9174C982388}"/>
              </a:ext>
            </a:extLst>
          </p:cNvPr>
          <p:cNvSpPr txBox="1"/>
          <p:nvPr/>
        </p:nvSpPr>
        <p:spPr>
          <a:xfrm>
            <a:off x="-374114" y="114300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837A4-457A-FC8C-D1A4-ADB478620C2E}"/>
              </a:ext>
            </a:extLst>
          </p:cNvPr>
          <p:cNvSpPr txBox="1"/>
          <p:nvPr/>
        </p:nvSpPr>
        <p:spPr>
          <a:xfrm>
            <a:off x="-374114" y="6143535"/>
            <a:ext cx="14026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r>
              <a:rPr lang="en-US" spc="100" dirty="0" err="1">
                <a:solidFill>
                  <a:schemeClr val="accent1"/>
                </a:solidFill>
                <a:latin typeface="Montserrat Medium" panose="00000600000000000000" pitchFamily="2" charset="-52"/>
              </a:rPr>
              <a:t>mephi</a:t>
            </a:r>
            <a:r>
              <a:rPr lang="en-US" spc="100" dirty="0">
                <a:solidFill>
                  <a:schemeClr val="accent1"/>
                </a:solidFill>
                <a:latin typeface="Montserrat Medium" panose="00000600000000000000" pitchFamily="2" charset="-52"/>
              </a:rPr>
              <a:t> </a:t>
            </a:r>
            <a:endParaRPr lang="ru-RU" spc="100" dirty="0">
              <a:solidFill>
                <a:schemeClr val="accent1"/>
              </a:solidFill>
              <a:latin typeface="Montserrat Medium" panose="00000600000000000000" pitchFamily="2" charset="-52"/>
            </a:endParaRPr>
          </a:p>
          <a:p>
            <a:endParaRPr lang="ru-RU" dirty="0">
              <a:latin typeface="Montserrat Medium" panose="00000600000000000000" pitchFamily="2" charset="-52"/>
            </a:endParaRPr>
          </a:p>
          <a:p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Рисунок 4" descr="Изображение выглядит как Графика, графическая вставка, графический дизайн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B3C586B-AEDD-243B-9AF1-0B17FE2D60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667">
            <a:off x="4202918" y="235344"/>
            <a:ext cx="8767579" cy="60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84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76">
      <a:dk1>
        <a:srgbClr val="0D0D0D"/>
      </a:dk1>
      <a:lt1>
        <a:sysClr val="window" lastClr="FFFFFF"/>
      </a:lt1>
      <a:dk2>
        <a:srgbClr val="44546A"/>
      </a:dk2>
      <a:lt2>
        <a:srgbClr val="E7E6E6"/>
      </a:lt2>
      <a:accent1>
        <a:srgbClr val="4A6FFE"/>
      </a:accent1>
      <a:accent2>
        <a:srgbClr val="C8F55A"/>
      </a:accent2>
      <a:accent3>
        <a:srgbClr val="00B46F"/>
      </a:accent3>
      <a:accent4>
        <a:srgbClr val="19525B"/>
      </a:accent4>
      <a:accent5>
        <a:srgbClr val="FF5A17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9">
      <a:majorFont>
        <a:latin typeface="Lexen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1635</TotalTime>
  <Words>524</Words>
  <Application>Microsoft Office PowerPoint</Application>
  <PresentationFormat>Широкоэкранный</PresentationFormat>
  <Paragraphs>119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Montserrat Medium</vt:lpstr>
      <vt:lpstr>Lexend</vt:lpstr>
      <vt:lpstr>Montserrat SemiBold</vt:lpstr>
      <vt:lpstr>Poppins</vt:lpstr>
      <vt:lpstr>Arial Black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 X1 Carbon</dc:creator>
  <cp:lastModifiedBy>Altana Alyuvinova</cp:lastModifiedBy>
  <cp:revision>48</cp:revision>
  <dcterms:created xsi:type="dcterms:W3CDTF">2024-12-11T01:51:56Z</dcterms:created>
  <dcterms:modified xsi:type="dcterms:W3CDTF">2026-02-27T15:55:25Z</dcterms:modified>
</cp:coreProperties>
</file>